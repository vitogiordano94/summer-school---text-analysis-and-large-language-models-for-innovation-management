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notesSlides/notesSlide6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7.xml" ContentType="application/vnd.openxmlformats-officedocument.presentationml.notesSlide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notesSlides/notesSlide8.xml" ContentType="application/vnd.openxmlformats-officedocument.presentationml.notesSlide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  <p:sldMasterId id="2147483684" r:id="rId5"/>
  </p:sldMasterIdLst>
  <p:notesMasterIdLst>
    <p:notesMasterId r:id="rId16"/>
  </p:notesMasterIdLst>
  <p:sldIdLst>
    <p:sldId id="305" r:id="rId6"/>
    <p:sldId id="779" r:id="rId7"/>
    <p:sldId id="780" r:id="rId8"/>
    <p:sldId id="721" r:id="rId9"/>
    <p:sldId id="781" r:id="rId10"/>
    <p:sldId id="784" r:id="rId11"/>
    <p:sldId id="785" r:id="rId12"/>
    <p:sldId id="783" r:id="rId13"/>
    <p:sldId id="782" r:id="rId14"/>
    <p:sldId id="257" r:id="rId15"/>
  </p:sldIdLst>
  <p:sldSz cx="20104100" cy="11309350"/>
  <p:notesSz cx="20104100" cy="1130935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8" roundtripDataSignature="AMtx7mgrNNY7MWkRhEFN6O4iXT7TnWga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3F"/>
    <a:srgbClr val="434343"/>
    <a:srgbClr val="FFD6D1"/>
    <a:srgbClr val="333333"/>
    <a:srgbClr val="FFA093"/>
    <a:srgbClr val="E0E0E0"/>
    <a:srgbClr val="FAF0F0"/>
    <a:srgbClr val="EECFCE"/>
    <a:srgbClr val="D89290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794" autoAdjust="0"/>
  </p:normalViewPr>
  <p:slideViewPr>
    <p:cSldViewPr snapToGrid="0">
      <p:cViewPr varScale="1">
        <p:scale>
          <a:sx n="56" d="100"/>
          <a:sy n="56" d="100"/>
        </p:scale>
        <p:origin x="270" y="3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14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38" Type="http://customschemas.google.com/relationships/presentationmetadata" Target="metadata"/><Relationship Id="rId14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4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13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4.481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13 1 6911 0 0,'-1'0'528'0'0,"-1"0"-398"0"0,0 1-474 0 0,1-1 312 0 0,0 1 0 0 0,1 0 0 0 0,-1-1 1 0 0,1 1-1 0 0,-1 0 0 0 0,1 0 0 0 0,-1-1 0 0 0,1 1 0 0 0,0 0 0 0 0,-1 0 0 0 0,1 0 1 0 0,0-1-1 0 0,-1 1 0 0 0,1 0 0 0 0,0 0 0 0 0,0 0 0 0 0,0 1 0 0 0,4 118 2344 0 0,13 92 81 0 0,-10-155-1639 0 0,18 387 3631 0 0,-19-281-3577 0 0,-5-63-293 0 0,3 39 166 0 0,8 45 321 0 0,4 54-460 0 0,-11-115-370 0 0,-14 163 0 0 0,4-205 0 0 0,-2 41 186 0 0,-5 156 164 0 0,16 15-790 0 0,0-152 696 0 0,-3-94-402 0 0,-2 37-28 0 0,-7 41 66 0 0,0 8-64 0 0,6-88 16 0 0,1-24 96 0 0,3 35 0 0 0,6-5 115 0 0,-6-43-199 0 0,1 1 33 0 0,1-19-57 0 0,-1-3-72 0 0,-1 0-1 0 0,-1 0 1 0 0,1-18 0 0 0,-6 35-616 0 0,0 5 373 0 0,-4 73-2591 0 0,0-19-1326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5.451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90 362 6911 0 0,'1'2'83'0'0,"0"0"0"0"0,0 0 1 0 0,0 0-1 0 0,0 0 0 0 0,0-1 0 0 0,-1 1 0 0 0,1 0 0 0 0,-1 1 0 0 0,1-1 0 0 0,-1 0 0 0 0,0 0 0 0 0,0 0 0 0 0,0 2 0 0 0,1 8 477 0 0,42 469 5059 0 0,-37-379-4976 0 0,4 98 496 0 0,-10-136-853 0 0,-8 71-1 0 0,8-133-284 0 0,-1 10 10 0 0,-1 0-1 0 0,1-1 0 0 0,-2 1 0 0 0,0 0 1 0 0,0-1-1 0 0,-8 17 0 0 0,11-27-10 0 0,-1 0-1 0 0,1 0 0 0 0,-1 0 0 0 0,1-1 1 0 0,-1 1-1 0 0,0 0 0 0 0,1 0 1 0 0,-1 0-1 0 0,0-1 0 0 0,1 1 1 0 0,-1 0-1 0 0,0-1 0 0 0,0 1 0 0 0,0 0 1 0 0,0-1-1 0 0,0 1 0 0 0,-1 0 1 0 0,1-1-2 0 0,1 0 0 0 0,-1 0 1 0 0,0 0-1 0 0,1-1 1 0 0,-1 1-1 0 0,1 0 0 0 0,-1 0 1 0 0,1 0-1 0 0,-1 0 1 0 0,1-1-1 0 0,-1 1 0 0 0,1 0 1 0 0,-1 0-1 0 0,1-1 1 0 0,-1 1-1 0 0,1 0 0 0 0,-1-1 1 0 0,1 1-1 0 0,0-1 1 0 0,-1 1-1 0 0,1-1 1 0 0,-1 0-1 0 0,-2-3-21 0 0,1-1 0 0 0,0 1 0 0 0,0-1 0 0 0,0 0 0 0 0,-2-7 1 0 0,-11-43-274 0 0,-25-101-262 0 0,28 84 425 0 0,3-1 0 0 0,3 1-1 0 0,4-1 1 0 0,2 0 0 0 0,17-121-1 0 0,-10 156 267 0 0,0 1 0 0 0,3 0 0 0 0,1 0 1 0 0,19-42-1 0 0,-18 54 165 0 0,1 1 1 0 0,33-44 0 0 0,42-38 431 0 0,-65 81-646 0 0,1 1-1 0 0,1 2 1 0 0,2 0-1 0 0,0 2 0 0 0,47-27 1 0 0,-51 34-9 0 0,0 1 0 0 0,1 2 0 0 0,1 0 0 0 0,0 2 0 0 0,0 1 0 0 0,1 0 0 0 0,44-4 1 0 0,-56 10-12 0 0,1 1 1 0 0,-1 1 0 0 0,0 0 0 0 0,0 1-1 0 0,-1 0 1 0 0,1 1 0 0 0,0 1 0 0 0,-1 0-1 0 0,0 1 1 0 0,0 0 0 0 0,0 1 0 0 0,0 1 0 0 0,17 12-1 0 0,-17-10 0 0 0,-1 0 1 0 0,-1 0-1 0 0,0 2 0 0 0,-1-1 0 0 0,0 2 0 0 0,0-1 1 0 0,-1 1-1 0 0,0 0 0 0 0,-2 1 0 0 0,1 0 0 0 0,-1 1 1 0 0,8 23-1 0 0,-11-24-8 0 0,-1-1-1 0 0,-1 0 1 0 0,0 0 0 0 0,-1 1-1 0 0,0 0 1 0 0,0-1 0 0 0,-2 1-1 0 0,0-1 1 0 0,-3 20 0 0 0,2-22 1 0 0,0 0 0 0 0,-1-1-1 0 0,0 1 1 0 0,-1-1 0 0 0,0 0 0 0 0,0 0 0 0 0,-1 0 0 0 0,0-1 0 0 0,-1 1 0 0 0,1-1 0 0 0,-2 0 0 0 0,-10 10 0 0 0,7-10-30 0 0,0 0-1 0 0,-1-1 0 0 0,1 0 1 0 0,-2-1-1 0 0,1 0 1 0 0,-1-1-1 0 0,0 0 0 0 0,0-1 1 0 0,0 0-1 0 0,0-1 1 0 0,-15 1-1 0 0,-16 2 15 0 0,-83-2 0 0 0,106-4-40 0 0,-31-1 12 0 0,-56 2 38 0 0,15 8-745 0 0,0 5-1 0 0,-90 26 0 0 0,181-40 598 0 0,-1 1-1 0 0,0 0 1 0 0,0-1-1 0 0,0 0 1 0 0,1 1-1 0 0,-1-1 1 0 0,0 0-1 0 0,0 0 1 0 0,0 0-1 0 0,0 0 1 0 0,0 0-1 0 0,0-1 1 0 0,1 1-1 0 0,-5-2 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6.166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215 301 8751 0 0,'-16'21'1214'0'0,"-22"39"-1"0"0,3 1 86 0 0,-15 29-27 0 0,32-51-266 0 0,-21 67 0 0 0,34-88-674 0 0,1 1 1 0 0,0-1-1 0 0,1 1 0 0 0,1 0 0 0 0,1 0 0 0 0,2 25 0 0 0,0-34-185 0 0,1-1 0 0 0,0 0 1 0 0,0 0-1 0 0,1 1 0 0 0,1-2 0 0 0,-1 1 1 0 0,1 0-1 0 0,1-1 0 0 0,-1 1 0 0 0,2-1 1 0 0,-1-1-1 0 0,8 9 0 0 0,4 3 127 0 0,2-1 0 0 0,0 0-1 0 0,26 17 1 0 0,-22-20-70 0 0,0-1 0 0 0,0-1 0 0 0,44 17 0 0 0,-53-25-145 0 0,0 0-1 0 0,1-1 1 0 0,0 0 0 0 0,0-1-1 0 0,0-1 1 0 0,0-1 0 0 0,0 0-1 0 0,0 0 1 0 0,0-2 0 0 0,1 0-1 0 0,26-5 1 0 0,-23 1-25 0 0,0 0 0 0 0,-1-1-1 0 0,1-1 1 0 0,-1-1 0 0 0,-1-1 0 0 0,0 0 0 0 0,0-1-1 0 0,27-21 1 0 0,-22 12-14 0 0,0-2 0 0 0,-1 0 0 0 0,29-39 1 0 0,43-82 45 0 0,-75 110-47 0 0,-1-2 1 0 0,-2 0-1 0 0,-1-1 1 0 0,-1-1 0 0 0,8-42-1 0 0,-17 56-19 0 0,-2 0 0 0 0,0 0 0 0 0,-1-1 0 0 0,-1 1 0 0 0,-1 0 0 0 0,-7-40 0 0 0,1 32 0 0 0,0 1 0 0 0,-2 0 0 0 0,-1 0 0 0 0,-20-37 0 0 0,23 50 0 0 0,-1 2 0 0 0,-1-1 0 0 0,0 1 0 0 0,-1 1 0 0 0,-12-14 0 0 0,16 22 0 0 0,1 0 0 0 0,-1 0 0 0 0,0 0 0 0 0,0 0 0 0 0,-1 1 0 0 0,1 0 0 0 0,-1 1 0 0 0,0-1 0 0 0,0 1 0 0 0,0 1 0 0 0,0-1 0 0 0,-1 1 0 0 0,-10-2 0 0 0,4 3 3 0 0,-1 1 0 0 0,0 0 0 0 0,0 1 0 0 0,0 0 0 0 0,1 1 0 0 0,-1 1 0 0 0,1 0-1 0 0,-1 1 1 0 0,1 0 0 0 0,-15 8 0 0 0,-11 6 8 0 0,1 2-1 0 0,-40 28 1 0 0,53-30-175 0 0,0 0 0 0 0,2 2 1 0 0,0 0-1 0 0,-26 31 0 0 0,37-37 22 0 0,1 1 0 0 0,1 0-1 0 0,0 1 1 0 0,1 1 0 0 0,1-1 0 0 0,0 2 0 0 0,2-1 0 0 0,-8 23 0 0 0,13-31-244 0 0,0 0 1 0 0,1 0 0 0 0,0 0 0 0 0,0 0 0 0 0,1 0 0 0 0,0 1-1 0 0,3 15 1 0 0,4 26-6267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6.866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1204 10591 0 0,'3'12'637'0'0,"-1"0"-1"0"0,2 13 1 0 0,4 17 1431 0 0,-3-24-1598 0 0,0 0 0 0 0,2-1 1 0 0,0 0-1 0 0,1 0 0 0 0,0 0 1 0 0,2-1-1 0 0,0 0 0 0 0,15 18 1 0 0,-17-25-285 0 0,1 1 1 0 0,0-1 0 0 0,0-1 0 0 0,1 0 0 0 0,0 0 0 0 0,0-1 0 0 0,1 0 0 0 0,0 0-1 0 0,0-2 1 0 0,1 1 0 0 0,0-1 0 0 0,0-1 0 0 0,16 4 0 0 0,-9-5-142 0 0,1 0 0 0 0,-1-1 0 0 0,1-1 0 0 0,0 0 0 0 0,-1-2 1 0 0,1 0-1 0 0,-1-2 0 0 0,23-4 0 0 0,-16 0 57 0 0,0-2 0 0 0,-1 0 0 0 0,0-1 0 0 0,-1-1 0 0 0,31-20 1 0 0,-17 6 83 0 0,-2-1 0 0 0,50-46 0 0 0,51-70 58 0 0,-68 54-212 0 0,-60 74-25 0 0,0 0-1 0 0,0-1 0 0 0,-1 0 1 0 0,7-23-1 0 0,-13 33-7 0 0,-1 0-1 0 0,1 0 0 0 0,-1 0 1 0 0,0 0-1 0 0,-1 1 1 0 0,1-1-1 0 0,-1 0 1 0 0,0 0-1 0 0,0 0 1 0 0,-1 0-1 0 0,0 0 0 0 0,1 0 1 0 0,-2 0-1 0 0,-1-6 1 0 0,1 6-3 0 0,-1 0 1 0 0,1 0 0 0 0,-1 0-1 0 0,-1 1 1 0 0,1-1 0 0 0,-1 1-1 0 0,1 0 1 0 0,-1 0 0 0 0,0 0-1 0 0,-1 0 1 0 0,1 1 0 0 0,-8-5-1 0 0,-9-4-16 0 0,0 1 0 0 0,-1 1 0 0 0,0 0 0 0 0,-28-7 0 0 0,-94-18-61 0 0,143 34 81 0 0,-74-13-10 0 0,-35-8-24 0 0,94 17 30 0 0,1 0 0 0 0,0 0 0 0 0,0-2 0 0 0,-26-14 0 0 0,36 18 4 0 0,1 0 0 0 0,0 0 0 0 0,0 0 0 0 0,1-1 0 0 0,-1 1 0 0 0,1-1 0 0 0,0 0 0 0 0,0 0 0 0 0,0 0 0 0 0,0 0 0 0 0,0-1 0 0 0,1 1 0 0 0,-3-8 0 0 0,3 5 0 0 0,0 0 0 0 0,1 0 0 0 0,0 0 0 0 0,0-1 0 0 0,0 1 0 0 0,1 0 0 0 0,0-1 0 0 0,1-10 0 0 0,3-1 0 0 0,0 0 0 0 0,1 0 0 0 0,1 0 0 0 0,1 1 0 0 0,0 0 0 0 0,11-19 0 0 0,8-11 0 0 0,2 2 0 0 0,62-78 0 0 0,-63 91 0 0 0,2 2 0 0 0,2 2 0 0 0,0 0 0 0 0,42-27 0 0 0,-65 50 29 0 0,1 1 0 0 0,0 0 0 0 0,0 0 0 0 0,0 1 1 0 0,1 1-1 0 0,-1-1 0 0 0,20-3 0 0 0,-21 6-201 0 0,-1 0-1 0 0,1 0 1 0 0,-1 1 0 0 0,1 0-1 0 0,-1 1 1 0 0,0-1 0 0 0,1 1 0 0 0,-1 1-1 0 0,0-1 1 0 0,1 1 0 0 0,9 5 0 0 0,19 11-7410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7.327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195 0 8751 0 0,'1'1'130'0'0,"-1"-1"0"0"0,0 1 0 0 0,0 0 0 0 0,0 0 0 0 0,0-1 0 0 0,0 1 0 0 0,-1 0-1 0 0,1-1 1 0 0,0 1 0 0 0,0 0 0 0 0,0-1 0 0 0,-1 1 0 0 0,1-1 0 0 0,-1 2 259 0 0,0 0-259 0 0,-4 10 774 0 0,-6 48 1816 0 0,-8 106 0 0 0,10-69-1771 0 0,6-71-729 0 0,-33 265 1635 0 0,-16-5-730 0 0,15-160-855 0 0,22-81-500 0 0,11-23-1362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7.759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136 1 8751 0 0,'1'1'94'0'0,"-1"-1"-1"0"0,1 1 1 0 0,-1 0-1 0 0,1 0 0 0 0,-1 0 1 0 0,0 0-1 0 0,1-1 0 0 0,-1 1 1 0 0,0 0-1 0 0,1 0 1 0 0,-1 0-1 0 0,0 0 0 0 0,0 0 1 0 0,0 0-1 0 0,0 0 1 0 0,0 0-1 0 0,0 0 0 0 0,0 0 1 0 0,-1 1-1 0 0,0 24 1039 0 0,-29 253 4080 0 0,-35 137-1729 0 0,56-367-3160 0 0,-10 69 397 0 0,13-80-550 0 0,4-28-89 0 0,1 0 0 0 0,-2 16 0 0 0,1-9-234 0 0,1-17-63 0 0,0-9-88 0 0,1-6-503 0 0,0-4-224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8.012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1 381 11519 0 0,'0'-2'79'0'0,"0"1"-1"0"0,0-1 0 0 0,0 1 1 0 0,0 0-1 0 0,1-1 0 0 0,-1 1 0 0 0,1-1 1 0 0,-1 1-1 0 0,1 0 0 0 0,-1-1 1 0 0,1 1-1 0 0,0 0 0 0 0,0 0 1 0 0,0-1-1 0 0,-1 1 0 0 0,3-1 1 0 0,19-15 793 0 0,-5 5 362 0 0,28-20 302 0 0,1 1 0 0 0,59-29 1 0 0,-35 25-1004 0 0,1 3 1 0 0,2 3-1 0 0,0 3 0 0 0,2 3 0 0 0,111-18 1 0 0,-124 32-1011 0 0,1 3 0 0 0,82 2 0 0 0,-68 10-7123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8.42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0 1169 9215 0 0,'1'-11'1137'0'0,"0"0"0"0"0,4-19 0 0 0,1-2 502 0 0,104-462 5031 0 0,-57 286-5943 0 0,-32 113-532 0 0,41-142-1785 0 0,-42 187-5678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8.88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1 108 4607 0 0,'1'35'4608'0'0,"6"17"-1836"0"0,-1 1-1328 0 0,-1 68 1326 0 0,-12 143 0 0 0,-1-29-1348 0 0,11-130-960 0 0,-2-87-392 0 0,2-1 0 0 0,0 0 0 0 0,1 0 0 0 0,5 17 0 0 0,-8-31-62 0 0,1 0 0 0 0,-1-1 0 0 0,0 1 1 0 0,1 0-1 0 0,-1 0 0 0 0,1-1 1 0 0,0 1-1 0 0,2 2 0 0 0,-3-5-2 0 0,-1 1 1 0 0,1-1-1 0 0,0 1 0 0 0,-1-1 0 0 0,1 1 0 0 0,0-1 1 0 0,0 1-1 0 0,-1-1 0 0 0,1 0 0 0 0,0 1 1 0 0,0-1-1 0 0,0 0 0 0 0,-1 0 0 0 0,1 0 0 0 0,0 1 1 0 0,0-1-1 0 0,0 0 0 0 0,-1 0 0 0 0,1 0 1 0 0,0 0-1 0 0,0-1 0 0 0,0 1 0 0 0,0 0 0 0 0,-1 0 1 0 0,1 0-1 0 0,0-1 0 0 0,0 1 0 0 0,-1 0 1 0 0,1-1-1 0 0,0 1 0 0 0,0-1 0 0 0,-1 1 0 0 0,1-1 1 0 0,0 1-1 0 0,0-2 0 0 0,5-4 37 0 0,0-1 0 0 0,0 0-1 0 0,-1-1 1 0 0,0 1 0 0 0,0-1-1 0 0,-1 0 1 0 0,4-11 0 0 0,-5 14-14 0 0,81-167 547 0 0,103-231 5 0 0,-99 194-163 0 0,-56 142-239 0 0,43-64 0 0 0,-56 105-1710 0 0,6 7-3487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9.353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14 304 2303 0 0,'-2'3'278'0'0,"0"1"0"0"0,0 0-1 0 0,1 0 1 0 0,-1-1-1 0 0,1 1 1 0 0,0 0-1 0 0,0 0 1 0 0,0 0-1 0 0,0 8 1 0 0,2 39 4957 0 0,0-35-5160 0 0,23 345 7863 0 0,-12-235-6282 0 0,4 63-466 0 0,-16-189-1190 0 0,0 11 37 0 0,-1-1-1 0 0,1 1 1 0 0,-4 16-1 0 0,0-34-4 0 0,1-6 0 0 0,-1-10-90 0 0,1-1 0 0 0,2-47-1 0 0,0 19-36 0 0,-3-48-114 0 0,5 0 1 0 0,27-198-1 0 0,-26 284 283 0 0,1 1 1 0 0,0 0-1 0 0,1-1 0 0 0,0 1 1 0 0,1 0-1 0 0,1 1 0 0 0,0 0 0 0 0,1-1 1 0 0,0 2-1 0 0,0-1 0 0 0,2 1 1 0 0,-1 0-1 0 0,13-11 0 0 0,21-15 211 0 0,2 3 0 0 0,2 1 0 0 0,69-38 0 0 0,-83 54-238 0 0,2 1 0 0 0,0 2 0 0 0,0 1-1 0 0,1 2 1 0 0,0 1 0 0 0,1 2 0 0 0,54-6 0 0 0,-70 13 127 0 0,1 1 0 0 0,29 2 1 0 0,-3 7-1262 0 0,-7 5-4818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9.560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51 40 17503 0 0,'-13'8'308'0'0,"5"-2"213"0"0,-1 0 1 0 0,-9 9-1 0 0,18-15-515 0 0,0 0 0 0 0,0 0 0 0 0,0 1 0 0 0,-1-1 0 0 0,1 0 0 0 0,0 0 0 0 0,0 0 0 0 0,0 0 0 0 0,0 0 0 0 0,-1 0 0 0 0,1 1 0 0 0,0-1 0 0 0,0 0 0 0 0,0 0 0 0 0,0 0 0 0 0,0 1 0 0 0,0-1 0 0 0,0 0 0 0 0,-1 0 0 0 0,1 0 0 0 0,0 1 0 0 0,0-1 0 0 0,0 0 0 0 0,0 0 0 0 0,0 0 0 0 0,0 1 0 0 0,0-1 0 0 0,0 0 0 0 0,0 0 0 0 0,0 0 0 0 0,0 1 0 0 0,0-1 0 0 0,0 0 0 0 0,0 0 0 0 0,0 0 0 0 0,1 1 0 0 0,-1-1 0 0 0,0 0 0 0 0,0 0 0 0 0,0 0 0 0 0,0 1 0 0 0,0-1 0 0 0,0 0 0 0 0,0 0 0 0 0,1 0 0 0 0,-1 0 0 0 0,0 1 0 0 0,0-1 0 0 0,0 0 0 0 0,0 0 0 0 0,1 0 0 0 0,-1 0 0 0 0,0 0 0 0 0,0 0 0 0 0,0 0 0 0 0,1 1 0 0 0,12 1 489 0 0,-10-2-396 0 0,25 2 284 0 0,-1-2-1 0 0,1-1 0 0 0,40-6 1 0 0,-50 5-274 0 0,167-24 529 0 0,116-10-360 0 0,-110 23-2014 0 0,-145 9-5835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19.733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6 96 13823 0 0,'0'0'58'0'0,"-1"1"0"0"0,1-1 0 0 0,-1 0 0 0 0,1 1 0 0 0,0-1 0 0 0,-1 0 0 0 0,1 1 0 0 0,0-1 1 0 0,-1 1-1 0 0,1-1 0 0 0,0 0 0 0 0,0 1 0 0 0,-1-1 0 0 0,1 1 0 0 0,0-1 0 0 0,0 1 0 0 0,0-1 0 0 0,0 1 0 0 0,-1-1 0 0 0,1 1 0 0 0,0-1 0 0 0,0 1 0 0 0,0-1 0 0 0,0 1 0 0 0,0-1 0 0 0,0 1 0 0 0,0-1 0 0 0,1 1 0 0 0,-1 0 0 0 0,14 10 1863 0 0,-4-6-1546 0 0,1 0 1 0 0,0 0-1 0 0,0-1 1 0 0,1-1-1 0 0,-1 0 1 0 0,1 0-1 0 0,0-1 1 0 0,0-1-1 0 0,-1 0 1 0 0,1 0-1 0 0,16-2 1 0 0,9-3-44 0 0,-1 0 0 0 0,48-14 0 0 0,110-32 344 0 0,58-14-2205 0 0,-188 51-6358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4.6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12 1 3223 0 0,'-4'64'644'0'0,"-1"117"1039"0"0,2 522 3406 0 0,13-452-2914 0 0,0 129 970 0 0,-14-158-1815 0 0,-4 339 594 0 0,16-191-1154 0 0,0-259-573 0 0,-1 35-114 0 0,-6-143-204 0 0,-1 0-1 0 0,-1 0 1 0 0,1 1-1 0 0,0-1 1 0 0,-1 0-1 0 0,-2 6 1 0 0,-1-1-805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5.53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1300 5527 0 0,'-1'0'78'0'0,"0"0"-1"0"0,1-1 1 0 0,-1 1 0 0 0,1 0-1 0 0,-1 0 1 0 0,1-1-1 0 0,-1 1 1 0 0,1 0-1 0 0,-1-1 1 0 0,1 1-1 0 0,-1 0 1 0 0,1-1-1 0 0,0 1 1 0 0,-1-1-1 0 0,1 1 1 0 0,-1-1 0 0 0,1 1-1 0 0,0-1 1 0 0,0 1-1 0 0,-1-1 1 0 0,1 1-1 0 0,0-1 1 0 0,0 1-1 0 0,0-1 1 0 0,-1 1-1 0 0,1-1 1 0 0,0 1-1 0 0,0-1 1 0 0,0-1-1 0 0,-1-17 1253 0 0,3-24-52 0 0,3 0 0 0 0,1 0 0 0 0,18-61 0 0 0,2-13-20 0 0,27-144 620 0 0,-30 152-1470 0 0,6-7-95 0 0,-7 33-242 0 0,-16 60-51 0 0,1 1 0 0 0,0 0 0 0 0,17-32 0 0 0,-22 50-18 0 0,0 0 0 0 0,1 0 0 0 0,-1-1 0 0 0,1 1 0 0 0,6-7 0 0 0,-8 11 0 0 0,-1-1-1 0 0,1 1 1 0 0,-1 0-1 0 0,1-1 1 0 0,-1 1-1 0 0,1 0 1 0 0,-1 0-1 0 0,1-1 1 0 0,-1 1-1 0 0,1 0 1 0 0,-1 0-1 0 0,1-1 1 0 0,-1 1-1 0 0,1 0 1 0 0,-1 0-1 0 0,1 0 1 0 0,0 0-1 0 0,-1 0 1 0 0,1 0-1 0 0,-1 0 1 0 0,1 0-1 0 0,0 0 1 0 0,0 1-1 0 0,0-1 2 0 0,0 1-1 0 0,0 0 1 0 0,0-1-1 0 0,0 1 0 0 0,0 0 1 0 0,-1 0-1 0 0,1 0 1 0 0,0 0-1 0 0,0 0 0 0 0,-1 0 1 0 0,1 0-1 0 0,0 0 1 0 0,-1 0-1 0 0,1 0 1 0 0,0 2-1 0 0,13 35 268 0 0,-2 0-1 0 0,13 74 1 0 0,-12-45-87 0 0,27 141 334 0 0,-12-70-181 0 0,15 64 105 0 0,-32-161-285 0 0,1-1-1 0 0,34 71 1 0 0,-39-97-77 0 0,18 27 0 0 0,-21-36-66 0 0,-1-1-1 0 0,0 0 1 0 0,1 0-1 0 0,0-1 1 0 0,0 1-1 0 0,0-1 0 0 0,0 1 1 0 0,1-2-1 0 0,7 6 1 0 0,-10-8-9 0 0,0 1 1 0 0,-1 0-1 0 0,1-1 1 0 0,0 1-1 0 0,0-1 1 0 0,0 0-1 0 0,0 0 1 0 0,0 0-1 0 0,0 0 0 0 0,0 0 1 0 0,0 0-1 0 0,0 0 1 0 0,0 0-1 0 0,0-1 1 0 0,0 1-1 0 0,0-1 1 0 0,-1 0-1 0 0,1 1 1 0 0,0-1-1 0 0,0 0 1 0 0,0 0-1 0 0,-1 0 1 0 0,1 0-1 0 0,-1 0 0 0 0,1-1 1 0 0,1-1-1 0 0,3-3 25 0 0,0 0-1 0 0,-1-1 0 0 0,0 0 0 0 0,7-12 0 0 0,-3 2 25 0 0,0-1 0 0 0,-1 0 0 0 0,10-36 0 0 0,10-63 155 0 0,-24 101-180 0 0,77-519 306 0 0,-44 248-228 0 0,-32 244-104 0 0,-2 17-8 0 0,1 1 0 0 0,12-41 0 0 0,-13 53-62 0 0,0 6-133 0 0,0 19-229 0 0,5 36-3715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6.13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61 240 5063 0 0,'-6'10'240'0'0,"1"1"-1"0"0,0 1 0 0 0,1-1 0 0 0,1 1 1 0 0,-1-1-1 0 0,-1 21 0 0 0,-23 502 4653 0 0,28-473-4380 0 0,2 0 1 0 0,3 0-1 0 0,19 90 0 0 0,-23-146-453 0 0,0-3-8 0 0,-1 1 0 0 0,1-1 0 0 0,0 1 0 0 0,-1-1 0 0 0,1 1 0 0 0,0-1 0 0 0,1 0 0 0 0,-1 1 0 0 0,0-1 0 0 0,1 0 0 0 0,-1 0 0 0 0,3 2 0 0 0,-4-4-39 0 0,0 1 1 0 0,0-1-1 0 0,1 0 1 0 0,-1 0 0 0 0,0 0-1 0 0,0 0 1 0 0,0 0-1 0 0,1 0 1 0 0,-1 1-1 0 0,0-1 1 0 0,1 0 0 0 0,-1 0-1 0 0,0 0 1 0 0,0 0-1 0 0,1 0 1 0 0,-1 0 0 0 0,0 0-1 0 0,0 0 1 0 0,1 0-1 0 0,-1 0 1 0 0,0 0-1 0 0,0 0 1 0 0,1 0 0 0 0,-1-1-1 0 0,0 1 1 0 0,0 0-1 0 0,1 0 1 0 0,-1 0 0 0 0,0 0-1 0 0,0 0 1 0 0,1 0-1 0 0,-1-1 1 0 0,0 1 0 0 0,0 0-1 0 0,0 0 1 0 0,1 0-1 0 0,-1-1 1 0 0,0 1-1 0 0,0 0 1 0 0,0 0 0 0 0,0-1-1 0 0,0 1 1 0 0,1 0-1 0 0,-1 0 1 0 0,0-1 0 0 0,0 1-1 0 0,0 0 1 0 0,0 0-1 0 0,0-1 1 0 0,0 1-1 0 0,0-1 1 0 0,5-17 288 0 0,-4 17-275 0 0,24-173 741 0 0,-15 81-741 0 0,31-301-347 0 0,-33 231 141 0 0,-7 128 118 0 0,-1 20 59 0 0,3-24 1 0 0,-2 36 2 0 0,0-1 0 0 0,0 1 0 0 0,1-1 0 0 0,-1 1 0 0 0,1 0 0 0 0,0 0 0 0 0,0 0 0 0 0,0 0 0 0 0,0 0 0 0 0,4-3 0 0 0,27-26 0 0 0,-32 31 0 0 0,21-19-2 0 0,1 2 0 0 0,1 1 0 0 0,0 1 0 0 0,2 1 0 0 0,34-16 0 0 0,11-3-79 0 0,-36 16 105 0 0,1 1 0 0 0,70-22 0 0 0,-94 36-40 0 0,-1 1 0 0 0,1 0 0 0 0,0 0 0 0 0,-1 1-1 0 0,1 1 1 0 0,0 0 0 0 0,0 1 0 0 0,-1 0 0 0 0,1 0-1 0 0,0 1 1 0 0,-1 1 0 0 0,0 0 0 0 0,1 0-1 0 0,10 6 1 0 0,2 5-1133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6.4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14 3223 0 0,'2'-3'-20'0'0,"-1"2"131"0"0,0 0 0 0 0,0 0 0 0 0,-1 1 0 0 0,1-1 0 0 0,0 0 0 0 0,0 1 0 0 0,0-1 0 0 0,0 0 0 0 0,0 1 0 0 0,0-1-1 0 0,0 1 1 0 0,0-1 0 0 0,0 1 0 0 0,0 0 0 0 0,0 0 0 0 0,0-1 0 0 0,0 1 0 0 0,0 0 0 0 0,0 0 0 0 0,0 0 0 0 0,0 0 0 0 0,0 0 0 0 0,0 0 0 0 0,2 1 0 0 0,301 20 9074 0 0,-155-6-7680 0 0,22 4-1465 0 0,-139-14-1345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6.7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7 5527 0 0,'2'-1'91'0'0,"1"0"-1"0"0,-1 0 0 0 0,0 0 0 0 0,1 1 0 0 0,-1-1 0 0 0,1 1 0 0 0,-1-1 0 0 0,1 1 0 0 0,-1 0 1 0 0,1 0-1 0 0,-1 0 0 0 0,1 0 0 0 0,2 1 0 0 0,8 0 940 0 0,418 3 6015 0 0,5 0-7072 0 0,-376-4-5299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7.5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627 90 2415 0 0,'0'-7'17'0'0,"0"4"4"0"0,0-1 0 0 0,0 0 0 0 0,0 1 0 0 0,0-1 0 0 0,-1 1 0 0 0,0-1 0 0 0,1 1 0 0 0,-1 0 0 0 0,-1-1 0 0 0,-2-5 0 0 0,3 7 81 0 0,0-1-1 0 0,0 1 0 0 0,-1-1 0 0 0,1 1 0 0 0,-1 0 0 0 0,1 0 0 0 0,-1 0 0 0 0,0 0 1 0 0,0 0-1 0 0,0 0 0 0 0,0 1 0 0 0,0-1 0 0 0,-1 1 0 0 0,1-1 0 0 0,0 1 0 0 0,-1 0 1 0 0,1 0-1 0 0,-1 0 0 0 0,1 0 0 0 0,-1 0 0 0 0,1 0 0 0 0,-1 1 0 0 0,0-1 1 0 0,1 1-1 0 0,-1 0 0 0 0,0 0 0 0 0,1 0 0 0 0,-1 0 0 0 0,0 0 0 0 0,-4 2 0 0 0,0 0 257 0 0,-1 0-1 0 0,1 1 0 0 0,0 0 1 0 0,0 0-1 0 0,0 1 0 0 0,1 0 0 0 0,-1 0 1 0 0,1 0-1 0 0,-11 11 0 0 0,-24 25 938 0 0,2 2-1 0 0,-51 71 0 0 0,48-49-629 0 0,3 1 0 0 0,2 3-1 0 0,4 1 1 0 0,-33 97 0 0 0,46-106-192 0 0,2 2 0 0 0,-14 95 0 0 0,27-123-229 0 0,2 0 0 0 0,2 1-1 0 0,1-1 1 0 0,1 1 0 0 0,2-1 0 0 0,10 47-1 0 0,-11-70-167 0 0,1 0 0 0 0,1-1-1 0 0,0 1 1 0 0,0-1 0 0 0,1 0 0 0 0,1 0-1 0 0,0-1 1 0 0,0 1 0 0 0,0-1 0 0 0,10 9-1 0 0,-11-13-38 0 0,0 0-1 0 0,0 0 1 0 0,1-1-1 0 0,0 1 1 0 0,0-1 0 0 0,0-1-1 0 0,0 1 1 0 0,1-1-1 0 0,-1 0 1 0 0,1-1-1 0 0,0 0 1 0 0,0 0 0 0 0,-1 0-1 0 0,1-1 1 0 0,1 0-1 0 0,12 1 1 0 0,-8-3 2 0 0,1 0 0 0 0,-1-1 0 0 0,0-1 0 0 0,0 1 0 0 0,0-2 0 0 0,0 0 0 0 0,0 0-1 0 0,-1-1 1 0 0,1-1 0 0 0,18-12 0 0 0,-8 3 18 0 0,-1 0 0 0 0,-1-2 0 0 0,-1 0 0 0 0,20-23 0 0 0,-16 14-53 0 0,-1 0 0 0 0,34-55 1 0 0,-49 69-62 0 0,-1-1 1 0 0,0 1-1 0 0,-1-1 1 0 0,0 0-1 0 0,-1-1 1 0 0,0 1 0 0 0,-1 0-1 0 0,-1-1 1 0 0,2-27-1 0 0,-5 32-21 0 0,1 1 0 0 0,-1 0 0 0 0,0-1 0 0 0,-1 1-1 0 0,0 0 1 0 0,0 0 0 0 0,-1 0 0 0 0,0 1 0 0 0,0-1 0 0 0,-7-11-1 0 0,7 15 21 0 0,1 0 0 0 0,-1 1-1 0 0,1-1 1 0 0,-1 1 0 0 0,0 0-1 0 0,-1 0 1 0 0,1 0-1 0 0,0 0 1 0 0,-1 1 0 0 0,1-1-1 0 0,-1 1 1 0 0,0 0 0 0 0,0 0-1 0 0,0 0 1 0 0,0 0-1 0 0,0 1 1 0 0,0 0 0 0 0,-1 0-1 0 0,1 0 1 0 0,0 0 0 0 0,-9 0-1 0 0,4 2-23 0 0,0-1 0 0 0,0 2 0 0 0,0-1 0 0 0,0 1 0 0 0,1 0 0 0 0,-1 1 0 0 0,-8 3 0 0 0,11-3 36 0 0,0 0 1 0 0,1 0-1 0 0,-1 0 0 0 0,1 0 0 0 0,0 1 0 0 0,0 0 0 0 0,0 0 1 0 0,0 0-1 0 0,1 0 0 0 0,-8 11 0 0 0,11-14 58 0 0,0 1 0 0 0,0-1 0 0 0,0 1-1 0 0,0 0 1 0 0,0-1 0 0 0,0 1 0 0 0,1 0-1 0 0,-1 0 1 0 0,1-1 0 0 0,-1 1 0 0 0,1 0-1 0 0,0 0 1 0 0,0 0 0 0 0,0 0 0 0 0,0 0-1 0 0,0 2 1 0 0,0-3 0 0 0,1 0 0 0 0,-1 1 0 0 0,1-1 0 0 0,0 0 0 0 0,-1 0 0 0 0,1 0 0 0 0,0 0 0 0 0,0 0 0 0 0,0 0 0 0 0,-1 0 0 0 0,1 0 0 0 0,0-1 0 0 0,0 1 0 0 0,1 0 0 0 0,-1 0 0 0 0,0-1 0 0 0,0 1 0 0 0,0-1 0 0 0,0 1 0 0 0,0-1 0 0 0,1 1 0 0 0,-1-1 0 0 0,0 0 0 0 0,0 0 0 0 0,3 1 0 0 0,11 1 141 0 0,1-1 0 0 0,-1 0 1 0 0,1-1-1 0 0,23-2 0 0 0,64-15 406 0 0,-73 11-405 0 0,52-11 300 0 0,-27 5-12 0 0,66-6 1 0 0,-100 16-424 0 0,16-1-38 0 0,1 1 1 0 0,69 6 0 0 0,-20 8-1949 0 0,-46-5-5008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7.9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0 932 2759 0 0,'2'-17'409'0'0,"0"1"-1"0"0,1 0 0 0 0,1 0 0 0 0,10-29 0 0 0,-10 31-137 0 0,-3 13-263 0 0,113-316 5210 0 0,-13 107-1929 0 0,-76 167-2330 0 0,2 0 0 0 0,50-62 0 0 0,-66 93-706 0 0,0 1-1 0 0,24-20 1 0 0,-28 26-180 0 0,-1 1 0 0 0,1-1 1 0 0,0 1-1 0 0,0 1 0 0 0,0-1 1 0 0,0 1-1 0 0,12-3 0 0 0,-15 6-63 0 0,0-1 0 0 0,0 1 0 0 0,0 0 0 0 0,0 0 0 0 0,0 1 0 0 0,0-1-1 0 0,0 1 1 0 0,0 0 0 0 0,0 0 0 0 0,0 0 0 0 0,-1 0 0 0 0,1 1 0 0 0,0 0 0 0 0,-1-1 0 0 0,1 2-1 0 0,-1-1 1 0 0,1 0 0 0 0,-1 0 0 0 0,0 1 0 0 0,3 3 0 0 0,2 2-9 0 0,0 0 1 0 0,0 1-1 0 0,-1 0 0 0 0,-1 0 1 0 0,11 18-1 0 0,-6-2-1 0 0,14 41 0 0 0,-7-18 12 0 0,-3-5 114 0 0,-2 1 0 0 0,-1 1 0 0 0,-3 1-1 0 0,-1-1 1 0 0,-3 1 0 0 0,-1 0 0 0 0,-3 0-1 0 0,-5 67 1 0 0,3-97-124 0 0,-2 22-145 0 0,0 0 0 0 0,-3-1 0 0 0,-14 56 0 0 0,19-90-151 0 0,0-1 0 0 0,0 1 1 0 0,-1-1-1 0 0,1 1 0 0 0,-1-1 1 0 0,1 1-1 0 0,-1-1 1 0 0,-2 2-1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8.17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1 216 8287 0 0,'0'0'736'0'0,"0"-4"-584"0"0,4 0-152 0 0,4 0 1024 0 0,0 0 184 0 0,8-4 32 0 0,8-4 8 0 0,11-4 24 0 0,13-12 8 0 0,8 4 0 0 0,4-4 0 0 0,0 8-808 0 0,-1 4-160 0 0,1 0-32 0 0,0 1-8 0 0,8 7-600 0 0,0 0-120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8.3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23 810 1839 0 0,'-2'-2'205'0'0,"-1"-1"0"0"0,1 0-1 0 0,0 0 1 0 0,0 0-1 0 0,1 0 1 0 0,-1 0 0 0 0,0 0-1 0 0,1 0 1 0 0,0 0-1 0 0,0-1 1 0 0,0 1-1 0 0,0 0 1 0 0,0-1 0 0 0,0-6-1 0 0,1-2 1633 0 0,1 0-1 0 0,3-24 1 0 0,-1 16-1888 0 0,29-177 4288 0 0,35-93-2212 0 0,-24 137-4273 0 0,-34 117-2998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8.5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13 300 3223 0 0,'-12'8'1268'0'0,"17"-13"-376"0"0,170-114 4823 0 0,31 5-3482 0 0,-176 99-2062 0 0,2 3 0 0 0,52-16 0 0 0,-66 24-291 0 0,0 0 1 0 0,0 2-1 0 0,0 0 1 0 0,0 0-1 0 0,1 2 1 0 0,25 2-1 0 0,4 8-256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8.8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1083 10591 0 0,'-2'-22'322'0'0,"1"1"-1"0"0,1-1 0 0 0,0 1 1 0 0,7-39-1 0 0,25-86 437 0 0,-19 92-447 0 0,62-239 2188 0 0,-47 202-1516 0 0,47-104-1 0 0,-61 166-933 0 0,0 2-1 0 0,30-43 1 0 0,-43 68-98 0 0,1-1 1 0 0,-1 1 0 0 0,1 0-1 0 0,-1 0 1 0 0,1 0-1 0 0,0 0 1 0 0,0 0 0 0 0,0 1-1 0 0,0-1 1 0 0,0 0 0 0 0,0 1-1 0 0,0 0 1 0 0,0-1 0 0 0,1 1-1 0 0,-1 0 1 0 0,0 0 0 0 0,1 0-1 0 0,3 0 1 0 0,17 3-439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9.2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18 289 5983 0 0,'-2'1'33'0'0,"1"0"0"0"0,0 0 0 0 0,0-1 0 0 0,0 1 0 0 0,0 0 0 0 0,0 0 0 0 0,0 0 0 0 0,0 0 0 0 0,0 0 0 0 0,1 0 0 0 0,-1 0 0 0 0,0 0 0 0 0,1 1 0 0 0,-1-1 0 0 0,0 0 0 0 0,1 0 0 0 0,0 1 0 0 0,-1-1 0 0 0,1 0 0 0 0,-1 2 0 0 0,1 31 492 0 0,1-17 84 0 0,3 451 7074 0 0,5-219-5427 0 0,-8-227-2003 0 0,1 0 0 0 0,1 0 0 0 0,1 0 0 0 0,13 42 0 0 0,-16-61-220 0 0,0-1 0 0 0,1 1 0 0 0,-1 0 0 0 0,0-1 0 0 0,1 1 0 0 0,0-1 0 0 0,0 0 0 0 0,0 0 1 0 0,0 1-1 0 0,0-1 0 0 0,0 0 0 0 0,4 2 0 0 0,-4-3-24 0 0,-1-1 1 0 0,0 1-1 0 0,0-1 0 0 0,0 1 1 0 0,0-1-1 0 0,1 0 0 0 0,-1 0 1 0 0,0 0-1 0 0,0 0 0 0 0,1 0 1 0 0,-1 0-1 0 0,0 0 0 0 0,0 0 1 0 0,1 0-1 0 0,-1 0 0 0 0,0-1 1 0 0,0 1-1 0 0,0 0 1 0 0,0-1-1 0 0,1 1 0 0 0,-1-1 1 0 0,0 0-1 0 0,0 1 0 0 0,0-1 1 0 0,0 0-1 0 0,0 0 0 0 0,0 1 1 0 0,0-1-1 0 0,-1 0 0 0 0,1 0 1 0 0,1-2-1 0 0,8-9 125 0 0,0-1-1 0 0,-1 0 1 0 0,13-27-1 0 0,17-47 370 0 0,-25 53-368 0 0,98-259 743 0 0,-57 141-604 0 0,1 2-87 0 0,36-96 27 0 0,-17 79-94 0 0,-73 161-130 0 0,1 1 0 0 0,0 0-1 0 0,0 0 1 0 0,1 0 0 0 0,-1 0-1 0 0,1 1 1 0 0,5-6 0 0 0,-9 10 2 0 0,1 0 1 0 0,-1-1-1 0 0,1 1 1 0 0,-1 0-1 0 0,0-1 1 0 0,1 1-1 0 0,-1 0 1 0 0,1-1-1 0 0,-1 1 1 0 0,1 0-1 0 0,-1 0 1 0 0,1 0-1 0 0,-1 0 1 0 0,1-1-1 0 0,-1 1 1 0 0,1 0-1 0 0,-1 0 1 0 0,1 0-1 0 0,-1 0 1 0 0,1 0-1 0 0,-1 0 1 0 0,1 0-1 0 0,-1 0 1 0 0,1 0-1 0 0,-1 1 1 0 0,1-1-1 0 0,-1 0 1 0 0,1 0-1 0 0,-1 0 1 0 0,1 1-1 0 0,0-1 1 0 0,0 1-82 0 0,0 0 0 0 0,0 0 0 0 0,0 0 1 0 0,-1 0-1 0 0,1 0 0 0 0,0 0 0 0 0,0 0 0 0 0,-1 1 1 0 0,2 1-1 0 0,2 12-1002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9.61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32 50 6447 0 0,'-9'114'1470'0'0,"2"-37"-178"0"0,6-59-1111 0 0,-13 485 5868 0 0,14-491-5890 0 0,0 1 0 0 0,1-1-1 0 0,1 1 1 0 0,0-1 0 0 0,1 0-1 0 0,7 22 1 0 0,-10-33-150 0 0,0-1 0 0 0,1 1 1 0 0,-1-1-1 0 0,0 1 0 0 0,0-1 0 0 0,1 1 0 0 0,-1-1 1 0 0,0 1-1 0 0,1-1 0 0 0,-1 0 0 0 0,0 1 0 0 0,1-1 1 0 0,-1 0-1 0 0,1 1 0 0 0,-1-1 0 0 0,1 0 0 0 0,-1 1 1 0 0,1-1-1 0 0,0 0-5 0 0,-1 0 0 0 0,0 0 1 0 0,0 0-1 0 0,1 0 0 0 0,-1 0 1 0 0,0 0-1 0 0,0 0 0 0 0,1-1 1 0 0,-1 1-1 0 0,0 0 0 0 0,0 0 1 0 0,1 0-1 0 0,-1 0 0 0 0,0 0 1 0 0,0-1-1 0 0,0 1 0 0 0,1 0 1 0 0,-1 0-1 0 0,0-1 0 0 0,0 1 1 0 0,0 0-1 0 0,0 0 0 0 0,1-1 1 0 0,-1 1-1 0 0,7-24 102 0 0,-6 18-74 0 0,12-43-34 0 0,-3 0-1 0 0,-2 0 1 0 0,-2-1-1 0 0,-3 1 1 0 0,-1-1-1 0 0,-8-82 1 0 0,1 90-41 0 0,3 0 1 0 0,2-1-1 0 0,7-63 0 0 0,-7 101 71 0 0,1 0 1 0 0,0 0-1 0 0,0 0 0 0 0,1 0 0 0 0,-1 0 1 0 0,1 0-1 0 0,0 1 0 0 0,0-1 0 0 0,1 1 1 0 0,0-1-1 0 0,-1 1 0 0 0,2 0 0 0 0,-1 0 1 0 0,0 0-1 0 0,1 0 0 0 0,5-4 0 0 0,9-4 273 0 0,73-40 855 0 0,-79 46-1068 0 0,0 0 0 0 0,1 2 0 0 0,0-1-1 0 0,0 2 1 0 0,23-4 0 0 0,-22 5-31 0 0,-2 0-35 0 0,0 1 0 0 0,0 0 0 0 0,-1 0 0 0 0,1 1 0 0 0,22 4 1 0 0,19 10-780 0 0,54 22 0 0 0,-75-24-5671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9.8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31 112 11519 0 0,'-28'11'1040'0'0,"28"-11"-1035"0"0,0 0-1 0 0,0 0 1 0 0,0 0-1 0 0,1-1 0 0 0,-1 1 1 0 0,0 0-1 0 0,0 0 0 0 0,0 0 1 0 0,0 0-1 0 0,0 0 1 0 0,0 0-1 0 0,0 0 0 0 0,0-1 1 0 0,0 1-1 0 0,-1 0 1 0 0,1 0-1 0 0,0 0 0 0 0,0 0 1 0 0,0 0-1 0 0,0 0 1 0 0,0 0-1 0 0,0 0 0 0 0,0 0 1 0 0,0-1-1 0 0,0 1 1 0 0,0 0-1 0 0,0 0 0 0 0,0 0 1 0 0,0 0-1 0 0,0 0 1 0 0,0 0-1 0 0,-1 0 0 0 0,1 0 1 0 0,0 0-1 0 0,0 0 1 0 0,0 0-1 0 0,0 0 0 0 0,0 0 1 0 0,0 0-1 0 0,0 0 1 0 0,0 0-1 0 0,-1-1 0 0 0,1 1 1 0 0,0 0-1 0 0,0 0 1 0 0,0 0-1 0 0,0 0 0 0 0,0 1 1 0 0,0-1-1 0 0,0 0 1 0 0,-1 0-1 0 0,1 0 0 0 0,0 0 65 0 0,4-3 225 0 0,-1 0 1 0 0,1 1 0 0 0,0 0 0 0 0,6-3 0 0 0,2-1 17 0 0,22-11-37 0 0,1 2 0 0 0,0 1 0 0 0,2 2 0 0 0,-1 1 0 0 0,1 2 0 0 0,1 2 0 0 0,0 1 0 0 0,0 2 0 0 0,0 1 0 0 0,0 2 0 0 0,0 2 0 0 0,47 7 0 0 0,-32 3-770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29.9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27 229 11055 0 0,'-27'4'1144'0'0,"50"-7"3625"0"0,18-7-2859 0 0,-23 6-1406 0 0,216-70 2306 0 0,-67 18-2182 0 0,84-7-13 0 0,-201 54-1022 0 0,0 2 0 0 0,1 3-1 0 0,56 1 1 0 0,-3 13-7360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3.4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96 128 5063 0 0,'-2'-12'537'0'0,"0"1"0"0"0,-1 0 0 0 0,0 0 0 0 0,0 0 0 0 0,-8-15 0 0 0,7 16-124 0 0,3 8-312 0 0,1 0 36 0 0,-1 0 1 0 0,0 0-1 0 0,1 0 1 0 0,-1 0-1 0 0,0 0 1 0 0,0 1 0 0 0,0-1-1 0 0,0 0 1 0 0,-1 0-1 0 0,1 1 1 0 0,0-1-1 0 0,-1 1 1 0 0,1-1 0 0 0,-1 1-1 0 0,0-1 1 0 0,1 1-1 0 0,-1 0 1 0 0,0 0-1 0 0,-2-1 1 0 0,3 2-95 0 0,1 0 1 0 0,-1-1-1 0 0,1 1 1 0 0,0 0-1 0 0,-1 0 0 0 0,1 0 1 0 0,-1 0-1 0 0,1 1 0 0 0,-1-1 1 0 0,1 0-1 0 0,-1 0 1 0 0,1 0-1 0 0,-1 0 0 0 0,1 0 1 0 0,-1 0-1 0 0,1 1 1 0 0,0-1-1 0 0,-1 0 0 0 0,1 0 1 0 0,0 1-1 0 0,-1-1 1 0 0,1 0-1 0 0,-1 1 0 0 0,1-1 1 0 0,0 0-1 0 0,-1 1 0 0 0,-6 16 692 0 0,3 19 104 0 0,12 166 951 0 0,-4-74-1075 0 0,2 122 412 0 0,-25 250 715 0 0,3-124-1012 0 0,17 281 214 0 0,-1-637-1046 0 0,1 15-54 0 0,9 58 1 0 0,-6-77-1470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4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1210 7367 0 0,'-8'8'1424'0'0,"9"-21"818"0"0,3-3-1352 0 0,1-1 1 0 0,1 1-1 0 0,8-16 0 0 0,1-4-3 0 0,107-253 2111 0 0,-45 110-2119 0 0,-53 121-612 0 0,60-134 488 0 0,-63 149-492 0 0,2 2 0 0 0,38-53 0 0 0,-57 89-221 0 0,1 0 0 0 0,-1-1 0 0 0,1 2 0 0 0,8-8 0 0 0,-12 11-31 0 0,0 0 0 0 0,1 1-1 0 0,-1-1 1 0 0,0 0-1 0 0,1 1 1 0 0,-1-1 0 0 0,0 1-1 0 0,1-1 1 0 0,-1 1-1 0 0,1-1 1 0 0,2 1 0 0 0,-4 0-4 0 0,1 0 1 0 0,0 0-1 0 0,0 0 1 0 0,0 1-1 0 0,-1-1 1 0 0,1 0-1 0 0,0 0 1 0 0,-1 1-1 0 0,1-1 1 0 0,0 0-1 0 0,0 1 1 0 0,-1-1-1 0 0,1 1 1 0 0,-1-1-1 0 0,1 1 1 0 0,0-1-1 0 0,-1 1 1 0 0,1-1 0 0 0,-1 1-1 0 0,1 0 1 0 0,-1-1-1 0 0,0 1 1 0 0,1 1-1 0 0,2 4 15 0 0,0 0 0 0 0,-1 0-1 0 0,0 0 1 0 0,-1 0 0 0 0,1 1 0 0 0,-1-1-1 0 0,1 13 1 0 0,-2 50 61 0 0,0-65-79 0 0,-9 187 1 0 0,0 340 257 0 0,30-343-255 0 0,-20-176-3 0 0,2 6 34 0 0,1 1 0 0 0,11 33 1 0 0,-13-46-27 0 0,1 1-1 0 0,0-1 1 0 0,0 1 0 0 0,0-1 0 0 0,1 0 0 0 0,0 0 0 0 0,0 0 0 0 0,1-1-1 0 0,-1 0 1 0 0,11 9 0 0 0,-13-12-11 0 0,0-1 1 0 0,0 0-1 0 0,0 0 0 0 0,0 0 1 0 0,0 0-1 0 0,0 0 0 0 0,1 0 1 0 0,-1 0-1 0 0,0 0 0 0 0,1-1 1 0 0,-1 0-1 0 0,0 1 0 0 0,1-1 1 0 0,-1 0-1 0 0,0 0 0 0 0,4 0 1 0 0,-2-1 10 0 0,-1 0 0 0 0,1 0 0 0 0,-1 0 1 0 0,1 0-1 0 0,-1-1 0 0 0,1 0 0 0 0,-1 1 1 0 0,0-1-1 0 0,5-4 0 0 0,2-2 29 0 0,-1 0 1 0 0,-1-1-1 0 0,1 0 0 0 0,-1-1 0 0 0,8-13 0 0 0,20-33 32 0 0,-3-2 1 0 0,49-117-1 0 0,27-136 37 0 0,-98 279-93 0 0,90-317 76 0 0,-89 303-100 0 0,2-16-88 0 0,3 1-1 0 0,26-59 1 0 0,-40 113 25 0 0,-2 4 14 0 0,0 0-1 0 0,1-1 1 0 0,-1 1-1 0 0,1 0 1 0 0,0 0-1 0 0,0 0 1 0 0,0 0-1 0 0,0 0 1 0 0,3-2-1 0 0,-5 5 42 0 0,1 0 0 0 0,-1 0 0 0 0,0 0-1 0 0,0 0 1 0 0,0 0 0 0 0,0 0 0 0 0,1 0-1 0 0,-1 0 1 0 0,0 0 0 0 0,0 0 0 0 0,0 0 0 0 0,1 0-1 0 0,-1 0 1 0 0,0 0 0 0 0,0 0 0 0 0,0 0-1 0 0,0 0 1 0 0,1 0 0 0 0,-1 0 0 0 0,0 0 0 0 0,0 1-1 0 0,0-1 1 0 0,0 0 0 0 0,1 0 0 0 0,-1 0 0 0 0,0 0-1 0 0,0 0 1 0 0,0 1 0 0 0,0-1 0 0 0,0 0-1 0 0,0 0 1 0 0,0 0 0 0 0,0 0 0 0 0,0 1 0 0 0,1-1-1 0 0,-1 0 1 0 0,0 0 0 0 0,0 0 0 0 0,0 0 0 0 0,0 1-1 0 0,0-1 1 0 0,0 0 0 0 0,0 0 0 0 0,1 11-758 0 0,-3 49-1746 0 0,2-14 1224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4.6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147 383 7367 0 0,'-10'55'309'0'0,"-32"204"2688"0"0,-14 138 1346 0 0,29-209-2473 0 0,25-178-1679 0 0,0 11-45 0 0,6-139-922 0 0,-10-118-510 0 0,1-76 370 0 0,7 257 1024 0 0,2 1 0 0 0,3 0 0 0 0,2 0 0 0 0,21-68 0 0 0,-25 106 88 0 0,1 1 1 0 0,1-1-1 0 0,9-16 1 0 0,-11 24-39 0 0,0 1 1 0 0,0-1-1 0 0,1 1 1 0 0,0 0 0 0 0,0 0-1 0 0,1 1 1 0 0,11-9-1 0 0,10-4 184 0 0,1 1 0 0 0,1 2 0 0 0,49-20 0 0 0,-31 19-206 0 0,87-20 0 0 0,-98 29-395 0 0,0 3-1 0 0,0 1 0 0 0,0 1 1 0 0,0 2-1 0 0,0 2 0 0 0,0 2 1 0 0,54 10-1 0 0,-55-4-784 0 0,-3 5-11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4.8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77 12895 0 0,'-16'-8'576'0'0,"12"4"112"0"0,1 0-552 0 0,6 0-136 0 0,1 0 0 0 0,4 4 0 0 0,4-4 128 0 0,8 0-8 0 0,16-4 0 0 0,16-4 0 0 0,12 4 152 0 0,12 0 32 0 0,-1 0 8 0 0,1 8 0 0 0,0 0-712 0 0,-8 8-144 0 0,-5 0-24 0 0,-7 8-8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5.0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13 280 16127 0 0,'-8'-12'712'0'0,"4"8"152"0"0,8 0-696 0 0,0-4-168 0 0,0 4 0 0 0,4 0 0 0 0,8-4-160 0 0,11-4-72 0 0,17-4-16 0 0,24-4 0 0 0,20-8 584 0 0,3 0 112 0 0,13 0 32 0 0,0 0 0 0 0,3 4-744 0 0,9 4-152 0 0,4 4-24 0 0,-1 0-8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5.6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43 555 11055 0 0,'-5'12'599'0'0,"0"0"0"0"0,1 0 0 0 0,0 1 0 0 0,-3 24-1 0 0,-2 54 775 0 0,7-58-993 0 0,-3 31 512 0 0,3 0 1 0 0,9 92-1 0 0,-4-128-689 0 0,2 1 0 0 0,0-1 0 0 0,2 0 0 0 0,1 0 0 0 0,2-1 0 0 0,0 0 0 0 0,27 48 0 0 0,-32-67-136 0 0,1-1-1 0 0,-1 0 1 0 0,1 0-1 0 0,0 0 1 0 0,1-1-1 0 0,0 0 1 0 0,0 0-1 0 0,0 0 1 0 0,1-1-1 0 0,-1 0 1 0 0,1-1-1 0 0,11 5 1 0 0,-13-6-19 0 0,0-1 1 0 0,0 0 0 0 0,0-1 0 0 0,0 1 0 0 0,0-1 0 0 0,1 0-1 0 0,-1-1 1 0 0,0 1 0 0 0,1-1 0 0 0,-1 0 0 0 0,0-1-1 0 0,1 0 1 0 0,-1 0 0 0 0,0 0 0 0 0,0-1 0 0 0,0 0 0 0 0,0 0-1 0 0,8-4 1 0 0,2-3 14 0 0,-1-1 0 0 0,0-1 0 0 0,-1 0 0 0 0,0-1 0 0 0,-1 0 0 0 0,0-1 0 0 0,-1-1 0 0 0,19-27 0 0 0,3-12 38 0 0,32-69 1 0 0,-62 115-89 0 0,45-95 70 0 0,-5-1 1 0 0,-4-3-1 0 0,-5-1 1 0 0,36-186-1 0 0,-55 202-68 0 0,28-142-30 0 0,-43 229-11 0 0,0-1 0 0 0,0 0 0 0 0,0 1 0 0 0,1-1 1 0 0,0 1-1 0 0,0 0 0 0 0,0 0 0 0 0,5-7 0 0 0,-7 11 20 0 0,0-1 1 0 0,0 1 0 0 0,0 0-1 0 0,0 0 1 0 0,0 0-1 0 0,0 0 1 0 0,0 0 0 0 0,1-1-1 0 0,-1 1 1 0 0,0 0 0 0 0,0 0-1 0 0,0 0 1 0 0,0 0-1 0 0,1 0 1 0 0,-1 0 0 0 0,0 0-1 0 0,0 0 1 0 0,0 0-1 0 0,0 0 1 0 0,1 0 0 0 0,-1 0-1 0 0,0 0 1 0 0,0 0-1 0 0,0 0 1 0 0,0 0 0 0 0,1 0-1 0 0,-1 0 1 0 0,0 0-1 0 0,0 0 1 0 0,0 0 0 0 0,0 0-1 0 0,1 0 1 0 0,-1 0 0 0 0,0 0-1 0 0,0 0 1 0 0,6 7-246 0 0,3 12-675 0 0,-1 7-230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5.9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163 1 4143 0 0,'-1'6'353'0'0,"0"0"1"0"0,0 0-1 0 0,0-1 0 0 0,-3 8 0 0 0,-5 17 987 0 0,-14 89 1234 0 0,-25 147 1270 0 0,33-166-2906 0 0,-45 365 2758 0 0,61-448-3549 0 0,1-7-873 0 0,-2-12 381 0 0,1 0 0 0 0,-1 0 0 0 0,0 0 1 0 0,0 0-1 0 0,0 0 0 0 0,0 0 0 0 0,-1-4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6.0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13 311 6911 0 0,'-12'-19'6376'0'0,"32"11"-4336"0"0,12-8-664 0 0,15-12-128 0 0,21-4-24 0 0,8-4-8 0 0,8 0-608 0 0,3-4-128 0 0,5 8-32 0 0,0 4 0 0 0,-1 8-448 0 0,5 5-112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6.8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164 525 7831 0 0,'-10'26'434'0'0,"1"0"0"0"0,2 0-1 0 0,0 1 1 0 0,-3 31-1 0 0,-10 103 1053 0 0,-8 79 320 0 0,25-183-1424 0 0,-18 173 1479 0 0,15-204-1843 0 0,6-25-18 0 0,0-1 0 0 0,0 1 0 0 0,0 0 0 0 0,-1 0 0 0 0,1-1 0 0 0,0 1 0 0 0,-1 0 0 0 0,1-1 0 0 0,0 1 0 0 0,-1 0 0 0 0,1-1 0 0 0,-1 1 0 0 0,1 0 0 0 0,-1-1 0 0 0,1 1 0 0 0,-1-1 0 0 0,0 1 0 0 0,1-1 0 0 0,-1 1 0 0 0,0-1-1 0 0,1 0 1 0 0,-1 1 0 0 0,0-1 0 0 0,1 0 0 0 0,-2 1 0 0 0,1-1-3 0 0,0-1 0 0 0,0 0 0 0 0,0 1 0 0 0,1-1 0 0 0,-1 1 0 0 0,0-1 0 0 0,1 0-1 0 0,-1 0 1 0 0,0 1 0 0 0,1-1 0 0 0,-1 0 0 0 0,1 0 0 0 0,-1 0 0 0 0,1 0 0 0 0,0 1 0 0 0,-1-1-1 0 0,1 0 1 0 0,0 0 0 0 0,0 0 0 0 0,-1-1 0 0 0,1 0-9 0 0,-5-19 37 0 0,1 1 0 0 0,0-1 0 0 0,2 0 0 0 0,0-35 1 0 0,1 23 53 0 0,2-252 681 0 0,4 231-454 0 0,1 0 0 0 0,3 0 0 0 0,20-63 0 0 0,-17 77-46 0 0,2 1 0 0 0,1 1 0 0 0,3 0 0 0 0,1 2 0 0 0,1 0-1 0 0,2 1 1 0 0,2 1 0 0 0,1 1 0 0 0,57-58 0 0 0,-45 56 123 0 0,2 1 0 0 0,72-47 0 0 0,-89 67-259 0 0,0 2 1 0 0,1 0 0 0 0,0 2-1 0 0,1 0 1 0 0,0 1-1 0 0,1 2 1 0 0,33-6-1 0 0,-45 11-78 0 0,-1 0-1 0 0,0 2 0 0 0,0 0 1 0 0,1 0-1 0 0,-1 1 1 0 0,0 0-1 0 0,0 1 0 0 0,20 6 1 0 0,-25-6-27 0 0,0 1 1 0 0,0 0-1 0 0,0 0 1 0 0,-1 1-1 0 0,1-1 1 0 0,-1 2-1 0 0,0-1 1 0 0,0 0-1 0 0,-1 1 0 0 0,1 0 1 0 0,-1 1-1 0 0,0-1 1 0 0,0 1-1 0 0,-1 0 1 0 0,6 9-1 0 0,-5-5-6 0 0,0 0 1 0 0,-1 0-1 0 0,0 1 0 0 0,-1-1 0 0 0,0 1 1 0 0,-1 0-1 0 0,0 0 0 0 0,0 0 1 0 0,-1 15-1 0 0,-1-10-4 0 0,-1 0 0 0 0,0 0 0 0 0,-2 0 0 0 0,0 0 1 0 0,-10 28-1 0 0,2-16-9 0 0,-1 0 1 0 0,-1-1 0 0 0,-1-1-1 0 0,-2 0 1 0 0,-1-1 0 0 0,-30 35-1 0 0,28-39-83 0 0,0-1 1 0 0,-1-1-1 0 0,-1-1 1 0 0,-1 0-1 0 0,-29 17 0 0 0,37-27-151 0 0,-1 0 0 0 0,1-1 0 0 0,-1-1 0 0 0,0 0-1 0 0,0-1 1 0 0,-1 0 0 0 0,0-2 0 0 0,0 0 0 0 0,0 0-1 0 0,-22 0 1 0 0,-4-5-1832 0 0,-50-9 0 0 0,82 10 1724 0 0,11 2 178 0 0,15 4 518 0 0,10 1 50 0 0,0 2 0 0 0,-1 1-1 0 0,0 1 1 0 0,0 1 0 0 0,-1 2-1 0 0,-1 0 1 0 0,30 22 0 0 0,101 90 1535 0 0,-6-4-744 0 0,-5-23-835 0 0,-131-90-549 0 0,-3-2-1326 0 0,0-1-1 0 0,1 0 1 0 0,18 7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7.1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1164 6911 0 0,'1'-8'154'0'0,"-1"-1"0"0"0,1 1 0 0 0,1-1 0 0 0,0 1 0 0 0,0 0 0 0 0,6-16-1 0 0,28-47 1524 0 0,-15 32-741 0 0,64-120 2294 0 0,164-234 1 0 0,-84 190-1294 0 0,-126 162-1198 0 0,2 1 0 0 0,71-53-1 0 0,-101 85-602 0 0,0 1-1 0 0,0 0 1 0 0,0 1-1 0 0,1 1 1 0 0,14-6-1 0 0,-22 10-113 0 0,0-1-1 0 0,1 1 0 0 0,-1 0 0 0 0,0 1 1 0 0,0-1-1 0 0,1 0 0 0 0,-1 1 0 0 0,0 0 1 0 0,1 0-1 0 0,-1 1 0 0 0,0-1 1 0 0,1 1-1 0 0,-1 0 0 0 0,0 0 0 0 0,0 0 1 0 0,0 1-1 0 0,0-1 0 0 0,7 5 0 0 0,-5-2-15 0 0,0 1 0 0 0,0 1 0 0 0,0-1 0 0 0,-1 1-1 0 0,0 0 1 0 0,0 0 0 0 0,0 1 0 0 0,-1-1-1 0 0,0 1 1 0 0,0 0 0 0 0,-1 0 0 0 0,0 1 0 0 0,0-1-1 0 0,-1 1 1 0 0,3 13 0 0 0,0 7 8 0 0,-1 0 1 0 0,-2 0 0 0 0,-1 31-1 0 0,-30 299 50 0 0,-43 73-111 0 0,42-266-43 0 0,13-26-2578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7.3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15199 0 0,'-8'4'672'0'0,"4"0"144"0"0,8 0-656 0 0,0-4-160 0 0,0 0 0 0 0,4 4 0 0 0,8 0 536 0 0,12 0 72 0 0,16 0 8 0 0,19 8 8 0 0,13 0-304 0 0,4-4-56 0 0,4 0-8 0 0,-9-4-8 0 0,1 4-824 0 0,-8-4-160 0 0,-4 0-32 0 0,-1-4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17:37.7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306 1 7831 0 0,'0'0'50'0'0,"0"0"-1"0"0,-1 0 0 0 0,1 0 0 0 0,0 0 0 0 0,-1 0 1 0 0,1 0-1 0 0,0 1 0 0 0,-1-1 0 0 0,1 0 0 0 0,0 0 1 0 0,-1 0-1 0 0,1 1 0 0 0,0-1 0 0 0,0 0 0 0 0,-1 0 1 0 0,1 1-1 0 0,0-1 0 0 0,0 0 0 0 0,-1 1 0 0 0,1-1 1 0 0,0 0-1 0 0,0 1 0 0 0,0-1 0 0 0,0 0 0 0 0,0 1 0 0 0,-1-1 1 0 0,1 0-1 0 0,0 1 0 0 0,0-1 0 0 0,0 0 0 0 0,0 1 1 0 0,0-1-1 0 0,0 1 0 0 0,0-1 0 0 0,0 0 0 0 0,0 1 1 0 0,0-1-1 0 0,0 0 0 0 0,1 1 0 0 0,-1-1 0 0 0,0 0 1 0 0,0 1-1 0 0,0 0 0 0 0,8 22 1904 0 0,-5-15-1497 0 0,9 27 1265 0 0,-5-19-866 0 0,-1 1-1 0 0,-1 1 1 0 0,4 28 0 0 0,-7-20-359 0 0,-1 1 0 0 0,-1-1 0 0 0,-2 1 0 0 0,0-1 0 0 0,-10 40 0 0 0,-3-9-46 0 0,-29 77 0 0 0,-7-22-97 0 0,26-60-201 0 0,-65 115 176 0 0,-1 0-236 0 0,88-160-72 0 0,0-3-11 0 0,1 1 1 0 0,-1 0-1 0 0,1 0 0 0 0,1 0 1 0 0,-1 0-1 0 0,1 1 0 0 0,-1-1 1 0 0,2 0-1 0 0,-2 11 0 0 0,3-15-5 0 0,-1 0-1 0 0,0 0 1 0 0,1-1 0 0 0,-1 1-1 0 0,1 0 1 0 0,0-1 0 0 0,-1 1-1 0 0,1-1 1 0 0,-1 1 0 0 0,1 0-1 0 0,0-1 1 0 0,-1 1 0 0 0,1-1-1 0 0,0 0 1 0 0,0 1-1 0 0,0-1 1 0 0,-1 1 0 0 0,1-1-1 0 0,0 0 1 0 0,0 0 0 0 0,0 0-1 0 0,0 1 1 0 0,-1-1 0 0 0,1 0-1 0 0,0 0 1 0 0,0 0 0 0 0,0 0-1 0 0,1-1 1 0 0,27-1 87 0 0,-28 2-87 0 0,203-41 474 0 0,-61 11-81 0 0,68-8-266 0 0,61-12-70 0 0,-147 30-1649 0 0,-68 15-6352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17.9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36 2303 0 0,'-24'2'4608'0'0,"29"-6"-4408"0"0,0 0-138 0 0,24-17-25 0 0,-27 20 8 0 0,0 0 0 0 0,1 0 0 0 0,-1 0 0 0 0,0 0 0 0 0,0 0 0 0 0,0 0 0 0 0,1 1 0 0 0,-1-1 0 0 0,1 1 0 0 0,-1 0 0 0 0,0-1-1 0 0,1 1 1 0 0,4 1 0 0 0,-6-1 13 0 0,0 1-1 0 0,0-1 0 0 0,1 1 1 0 0,-1 0-1 0 0,0-1 0 0 0,0 1 0 0 0,0 0 1 0 0,0 0-1 0 0,0 0 0 0 0,0 0 1 0 0,0 0-1 0 0,0 0 0 0 0,0 0 1 0 0,0 0-1 0 0,0 0 0 0 0,-1 1 0 0 0,1-1 1 0 0,-1 0-1 0 0,1 1 0 0 0,-1-1 1 0 0,1 0-1 0 0,-1 1 0 0 0,1-1 1 0 0,-1 0-1 0 0,0 1 0 0 0,0 2 0 0 0,1 4 272 0 0,-1 0-1 0 0,0 0 0 0 0,-1 9 0 0 0,-3 7 501 0 0,2-21-592 0 0,1 1-1 0 0,1 0 1 0 0,-1-1 0 0 0,0 1-1 0 0,1 0 1 0 0,0-1 0 0 0,0 1-1 0 0,0 0 1 0 0,0 0 0 0 0,1-1-1 0 0,-1 1 1 0 0,3 6 0 0 0,-2-7-125 0 0,1-1 1 0 0,-1 0-1 0 0,1 0 1 0 0,0 0-1 0 0,0 0 1 0 0,0 0-1 0 0,0 0 1 0 0,0-1-1 0 0,0 1 1 0 0,0 0-1 0 0,0-1 1 0 0,1 0 0 0 0,-1 0-1 0 0,1 1 1 0 0,-1-2-1 0 0,1 1 1 0 0,-1 0-1 0 0,1 0 1 0 0,3 0-1 0 0,9-5 8 0 0,0 0 0 0 0,0-1 0 0 0,-1 0 0 0 0,0-1 0 0 0,20-11-1 0 0,3-2 354 0 0,13-5-58 0 0,-20 8-190 0 0,34-11-1 0 0,-54 23-207 0 0,1 1 0 0 0,0 0 0 0 0,1 1 0 0 0,-1 0 0 0 0,0 0 0 0 0,0 2 0 0 0,14-1 0 0 0,5 3 42 0 0,1 1 14 0 0,-1-2 1 0 0,0-1-1 0 0,37-6 0 0 0,-34 1-76 0 0,0-1 13 0 0,41-3 0 0 0,-64 9 7 0 0,0 0 1 0 0,1 0 0 0 0,-1 1-1 0 0,1 1 1 0 0,-1 0 0 0 0,0 0 0 0 0,0 1-1 0 0,12 4 1 0 0,-14-4 40 0 0,1 0-1 0 0,-1 0 1 0 0,1-1-1 0 0,-1 0 1 0 0,1-1-1 0 0,-1 0 1 0 0,1 0-1 0 0,17-2 1 0 0,-6-1 66 0 0,-1 0-33 0 0,0 0 0 0 0,18-6 0 0 0,-21 5-28 0 0,1 0 1 0 0,-1 1 0 0 0,0 0-1 0 0,0 2 1 0 0,1 0-1 0 0,-1 0 1 0 0,1 2-1 0 0,17 3 1 0 0,1-1-10 0 0,-1-2 0 0 0,0-2 0 0 0,66-7 0 0 0,-89 6-53 0 0,7 1-1 0 0,24 1 0 0 0,-25 0 0 0 0,-1-1 0 0 0,18-2 0 0 0,-28 2 10 0 0,0 0-1 0 0,1 0 1 0 0,-1 1-1 0 0,0 0 1 0 0,0 0-1 0 0,0 0 1 0 0,0 1-1 0 0,0-1 1 0 0,0 2-1 0 0,6 2 1 0 0,12 4 23 0 0,11-3 123 0 0,-14-3-90 0 0,-7-1-66 0 0,-12-2 0 0 0,0 0 0 0 0,0 0 0 0 0,0 1 0 0 0,-1-1 0 0 0,1 0 0 0 0,0 1 0 0 0,0 0 0 0 0,0-1 0 0 0,0 1 0 0 0,-1 0 0 0 0,1 0 0 0 0,0 0 0 0 0,-1 0 0 0 0,1 0 0 0 0,-1 0 0 0 0,1 1 0 0 0,-1-1 0 0 0,1 0 0 0 0,-1 1 0 0 0,0-1 0 0 0,2 4 0 0 0,6 18-2586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25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76 1839 0 0,'4'-16'8696'0'0,"-3"15"-8719"0"0,8-5 622 0 0,0-1-1 0 0,0 0 1 0 0,-1 0-1 0 0,0-1 1 0 0,12-14 607 0 0,-20 22-1159 0 0,0-1 0 0 0,1 1-1 0 0,-1 0 1 0 0,0 0 0 0 0,1 0 0 0 0,-1 0-1 0 0,0 0 1 0 0,1 0 0 0 0,-1 0 0 0 0,0 0-1 0 0,1 0 1 0 0,-1 0 0 0 0,1 0 0 0 0,-1 0-1 0 0,14 6 987 0 0,-2-1-7 0 0,-7-2-993 0 0,2 1 85 0 0,0-1 0 0 0,0 0 0 0 0,0 0 0 0 0,12 3 0 0 0,3-2 154 0 0,-1 1 0 0 0,22 8-1 0 0,-25-7-87 0 0,0 0 0 0 0,0-2 0 0 0,27 4 0 0 0,-4-4 69 0 0,4 0-166 0 0,72-2-1 0 0,-12-4-88 0 0,39-3 68 0 0,-19-12 62 0 0,-84 14-80 0 0,0 1-1 0 0,54 5 1 0 0,-8-1 1 0 0,-18-4-51 0 0,-39 0 8 0 0,55 4 1 0 0,-77-2-3 0 0,-1 0 0 0 0,0 0 0 0 0,1-1 0 0 0,-1 0 0 0 0,0 0 0 0 0,0 0 1 0 0,1-1-1 0 0,-1 0 0 0 0,0-1 0 0 0,-1 1 0 0 0,1-2 0 0 0,9-5 0 0 0,-12 8-4 0 0,-1-1 0 0 0,0 1 0 0 0,0 0 0 0 0,0 0 0 0 0,1 0 0 0 0,-1 0 0 0 0,0 0 0 0 0,7 1 0 0 0,-12 3-213 0 0,-3 1-466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17.9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36 2303 0 0,'-24'2'4608'0'0,"29"-6"-4408"0"0,0 0-138 0 0,24-17-25 0 0,-27 20 8 0 0,0 0 0 0 0,1 0 0 0 0,-1 0 0 0 0,0 0 0 0 0,0 0 0 0 0,0 0 0 0 0,1 1 0 0 0,-1-1 0 0 0,1 1 0 0 0,-1 0 0 0 0,0-1-1 0 0,1 1 1 0 0,4 1 0 0 0,-6-1 13 0 0,0 1-1 0 0,0-1 0 0 0,1 1 1 0 0,-1 0-1 0 0,0-1 0 0 0,0 1 0 0 0,0 0 1 0 0,0 0-1 0 0,0 0 0 0 0,0 0 1 0 0,0 0-1 0 0,0 0 0 0 0,0 0 1 0 0,0 0-1 0 0,0 0 0 0 0,-1 1 0 0 0,1-1 1 0 0,-1 0-1 0 0,1 1 0 0 0,-1-1 1 0 0,1 0-1 0 0,-1 1 0 0 0,1-1 1 0 0,-1 0-1 0 0,0 1 0 0 0,0 2 0 0 0,1 4 272 0 0,-1 0-1 0 0,0 0 0 0 0,-1 9 0 0 0,-3 7 501 0 0,2-21-592 0 0,1 1-1 0 0,1 0 1 0 0,-1-1 0 0 0,0 1-1 0 0,1 0 1 0 0,0-1 0 0 0,0 1-1 0 0,0 0 1 0 0,0 0 0 0 0,1-1-1 0 0,-1 1 1 0 0,3 6 0 0 0,-2-7-125 0 0,1-1 1 0 0,-1 0-1 0 0,1 0 1 0 0,0 0-1 0 0,0 0 1 0 0,0 0-1 0 0,0 0 1 0 0,0-1-1 0 0,0 1 1 0 0,0 0-1 0 0,0-1 1 0 0,1 0 0 0 0,-1 0-1 0 0,1 1 1 0 0,-1-2-1 0 0,1 1 1 0 0,-1 0-1 0 0,1 0 1 0 0,3 0-1 0 0,9-5 8 0 0,0 0 0 0 0,0-1 0 0 0,-1 0 0 0 0,0-1 0 0 0,20-11-1 0 0,3-2 354 0 0,13-5-58 0 0,-20 8-190 0 0,34-11-1 0 0,-54 23-207 0 0,1 1 0 0 0,0 0 0 0 0,1 1 0 0 0,-1 0 0 0 0,0 0 0 0 0,0 2 0 0 0,14-1 0 0 0,5 3 42 0 0,1 1 14 0 0,-1-2 1 0 0,0-1-1 0 0,37-6 0 0 0,-34 1-76 0 0,0-1 13 0 0,41-3 0 0 0,-64 9 7 0 0,0 0 1 0 0,1 0 0 0 0,-1 1-1 0 0,1 1 1 0 0,-1 0 0 0 0,0 0 0 0 0,0 1-1 0 0,12 4 1 0 0,-14-4 40 0 0,1 0-1 0 0,-1 0 1 0 0,1-1-1 0 0,-1 0 1 0 0,1-1-1 0 0,-1 0 1 0 0,1 0-1 0 0,17-2 1 0 0,-6-1 66 0 0,-1 0-33 0 0,0 0 0 0 0,18-6 0 0 0,-21 5-28 0 0,1 0 1 0 0,-1 1 0 0 0,0 0-1 0 0,0 2 1 0 0,1 0-1 0 0,-1 0 1 0 0,1 2-1 0 0,17 3 1 0 0,1-1-10 0 0,-1-2 0 0 0,0-2 0 0 0,66-7 0 0 0,-89 6-53 0 0,7 1-1 0 0,24 1 0 0 0,-25 0 0 0 0,-1-1 0 0 0,18-2 0 0 0,-28 2 10 0 0,0 0-1 0 0,1 0 1 0 0,-1 1-1 0 0,0 0 1 0 0,0 0-1 0 0,0 0 1 0 0,0 1-1 0 0,0-1 1 0 0,0 2-1 0 0,6 2 1 0 0,12 4 23 0 0,11-3 123 0 0,-14-3-90 0 0,-7-1-66 0 0,-12-2 0 0 0,0 0 0 0 0,0 0 0 0 0,0 1 0 0 0,-1-1 0 0 0,1 0 0 0 0,0 1 0 0 0,0 0 0 0 0,0-1 0 0 0,0 1 0 0 0,-1 0 0 0 0,1 0 0 0 0,0 0 0 0 0,-1 0 0 0 0,1 0 0 0 0,-1 0 0 0 0,1 1 0 0 0,-1-1 0 0 0,1 0 0 0 0,-1 1 0 0 0,0-1 0 0 0,2 4 0 0 0,6 18-2586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25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76 1839 0 0,'4'-16'8696'0'0,"-3"15"-8719"0"0,8-5 622 0 0,0-1-1 0 0,0 0 1 0 0,-1 0-1 0 0,0-1 1 0 0,12-14 607 0 0,-20 22-1159 0 0,0-1 0 0 0,1 1-1 0 0,-1 0 1 0 0,0 0 0 0 0,1 0 0 0 0,-1 0-1 0 0,0 0 1 0 0,1 0 0 0 0,-1 0 0 0 0,0 0-1 0 0,1 0 1 0 0,-1 0 0 0 0,1 0 0 0 0,-1 0-1 0 0,14 6 987 0 0,-2-1-7 0 0,-7-2-993 0 0,2 1 85 0 0,0-1 0 0 0,0 0 0 0 0,0 0 0 0 0,12 3 0 0 0,3-2 154 0 0,-1 1 0 0 0,22 8-1 0 0,-25-7-87 0 0,0 0 0 0 0,0-2 0 0 0,27 4 0 0 0,-4-4 69 0 0,4 0-166 0 0,72-2-1 0 0,-12-4-88 0 0,39-3 68 0 0,-19-12 62 0 0,-84 14-80 0 0,0 1-1 0 0,54 5 1 0 0,-8-1 1 0 0,-18-4-51 0 0,-39 0 8 0 0,55 4 1 0 0,-77-2-3 0 0,-1 0 0 0 0,0 0 0 0 0,1-1 0 0 0,-1 0 0 0 0,0 0 0 0 0,0 0 1 0 0,1-1-1 0 0,-1 0 0 0 0,0-1 0 0 0,-1 1 0 0 0,1-2 0 0 0,9-5 0 0 0,-12 8-4 0 0,-1-1 0 0 0,0 1 0 0 0,0 0 0 0 0,0 0 0 0 0,1 0 0 0 0,-1 0 0 0 0,0 0 0 0 0,7 1 0 0 0,-12 3-213 0 0,-3 1-466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30 3223 0 0,'0'-2'334'0'0,"-1"0"-1"0"0,1 1 0 0 0,0-1 1 0 0,0 1-1 0 0,-1-1 0 0 0,1 1 1 0 0,-1-1-1 0 0,1 1 0 0 0,-1-1 1 0 0,-10-11 5531 0 0,10 21-5032 0 0,-3 175 2687 0 0,3-43-1936 0 0,-36 330 1414 0 0,17-254-2337 0 0,16-179-630 0 0,2 1 0 0 0,4 44 0 0 0,-2-81-30 0 0,0 0 1 0 0,0 0-1 0 0,0 0 0 0 0,0 0 0 0 0,0 0 1 0 0,1 0-1 0 0,-1 0 0 0 0,0 0 1 0 0,1-1-1 0 0,-1 1 0 0 0,0 0 0 0 0,1 0 1 0 0,-1 0-1 0 0,1-1 0 0 0,0 1 0 0 0,-1 0 1 0 0,1 0-1 0 0,3-3-313 0 0,-2-9-792 0 0,-2-3-3947 0 0,0-3-1689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6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18 102 2303 0 0,'-5'-4'85'0'0,"4"3"-57"0"0,0 1 0 0 0,0-1 1 0 0,-1 0-1 0 0,1 0 0 0 0,0-1 0 0 0,0 1 0 0 0,0 0 1 0 0,0 0-1 0 0,1 0 0 0 0,-2-3 0 0 0,2 4 64 0 0,0 0 0 0 0,0 0 0 0 0,0-1-1 0 0,0 1 1 0 0,0 0 0 0 0,0-1 0 0 0,0 1 0 0 0,0 0-1 0 0,0-1 1 0 0,0 1 0 0 0,0 0 0 0 0,0 0 0 0 0,1-1-1 0 0,-1 1 1 0 0,0 0 0 0 0,0 0 0 0 0,0-1 0 0 0,0 1-1 0 0,1 0 1 0 0,-1 0 0 0 0,0 0 0 0 0,0-1 0 0 0,1 1-1 0 0,-1 0 1 0 0,0 0 0 0 0,0 0 0 0 0,1 0 0 0 0,-1-1-1 0 0,11-5 1396 0 0,-8 4-1028 0 0,6-2 580 0 0,1 0 0 0 0,-1 0 0 0 0,1 1 0 0 0,17-4 0 0 0,45-4 2002 0 0,-39 7-2133 0 0,206-20 3008 0 0,0 16-4421 0 0,-218 9-1225 0 0,-3 1-4850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 13359 0 0,'3'0'1184'0'0,"-1"0"-944"0"0,4 0-240 0 0,0-3 0 0 0,3 3 744 0 0,-1-3 104 0 0,10 0 16 0 0,11-2 8 0 0,12-4-72 0 0,5 3-8 0 0,3 0-8 0 0,4 3 0 0 0,-4 0-496 0 0,-3 3-96 0 0,-2 0-16 0 0,2 3-8 0 0,-2-3-536 0 0,2 3-112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8 3679 0 0,'-3'-1'253'0'0,"1"0"0"0"0,-1 0-1 0 0,1 0 1 0 0,-1 0 0 0 0,0 0-1 0 0,1 1 1 0 0,-1-1-1 0 0,0 1 1 0 0,1 0 0 0 0,-1 0-1 0 0,0 0 1 0 0,1 0-1 0 0,-1 0 1 0 0,0 0 0 0 0,0 1-1 0 0,1 0 1 0 0,-1-1 0 0 0,1 1-1 0 0,-1 0 1 0 0,0 0-1 0 0,1 0 1 0 0,0 1 0 0 0,-1-1-1 0 0,-2 3 1 0 0,1-1 97 0 0,1 0 1 0 0,-1 0-1 0 0,1 1 1 0 0,0-1-1 0 0,0 1 1 0 0,0 0-1 0 0,0 0 1 0 0,1 0-1 0 0,-1 0 1 0 0,1 1-1 0 0,0-1 1 0 0,1 1-1 0 0,-2 4 1 0 0,-2 15 861 0 0,0 1 0 0 0,0 31-1 0 0,2-24-566 0 0,-10 194 1793 0 0,14-170-2008 0 0,14 112 0 0 0,-12-150-389 0 0,1-2-1 0 0,0 1 1 0 0,2 0-1 0 0,-1-1 0 0 0,16 28 1 0 0,-17-36-29 0 0,1 0 1 0 0,0 0-1 0 0,1-1 0 0 0,0 1 1 0 0,0-1-1 0 0,0-1 1 0 0,1 1-1 0 0,0-1 1 0 0,0 0-1 0 0,1-1 1 0 0,0 0-1 0 0,11 6 0 0 0,-13-8-6 0 0,0-1 0 0 0,0 1 0 0 0,0-1 0 0 0,0-1 0 0 0,0 1-1 0 0,1-1 1 0 0,-1 0 0 0 0,1-1 0 0 0,-1 1 0 0 0,1-1 0 0 0,-1 0-1 0 0,1-1 1 0 0,10-2 0 0 0,-8 1 6 0 0,-1-1-1 0 0,1 0 1 0 0,-1-1-1 0 0,1 0 1 0 0,-1 0-1 0 0,-1-1 1 0 0,1 0-1 0 0,13-11 1 0 0,-5 0 23 0 0,0 0 0 0 0,-1-1 1 0 0,0-1-1 0 0,-1-1 0 0 0,-2 0 0 0 0,20-38 0 0 0,-9 7 149 0 0,-2 0-1 0 0,-3-1 0 0 0,14-60 0 0 0,-5-26-1187 0 0,-8 0-5360 0 0,-16 113-806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8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1 964 6911 0 0,'16'-65'1522'0'0,"45"-112"0"0"0,41-52 1788 0 0,-99 223-3222 0 0,19-41 1570 0 0,2 2 0 0 0,57-83 0 0 0,-74 120-1207 0 0,0-1 0 0 0,0 2-1 0 0,0-1 1 0 0,12-8 0 0 0,-17 14-363 0 0,0 1 1 0 0,0 0-1 0 0,1-1 1 0 0,-1 1-1 0 0,0 0 0 0 0,0 0 1 0 0,1 1-1 0 0,-1-1 1 0 0,1 0-1 0 0,2 0 1 0 0,-3 1-52 0 0,-1 0 0 0 0,1 0 0 0 0,-1 0 0 0 0,0 1 0 0 0,1-1 0 0 0,-1 0 0 0 0,1 1 0 0 0,-1-1 0 0 0,0 0 0 0 0,0 1 0 0 0,1 0 0 0 0,-1-1 0 0 0,0 1 0 0 0,0 0 0 0 0,1 0 0 0 0,-1-1 0 0 0,0 1 0 0 0,0 0 0 0 0,1 2 0 0 0,2 2 3 0 0,0 1 0 0 0,0-1 1 0 0,-1 1-1 0 0,0 0 0 0 0,0-1 1 0 0,-1 1-1 0 0,1 1 0 0 0,-1-1 1 0 0,-1 0-1 0 0,3 11 0 0 0,-1 9 141 0 0,1 34 0 0 0,-3-27-137 0 0,3 54-44 0 0,-3-42 0 0 0,1 0 0 0 0,15 73 0 0 0,-15-111 0 0 0,0 0 0 0 0,0 0 0 0 0,0-1 0 0 0,1 1 0 0 0,0-1 0 0 0,6 10 0 0 0,-8-14 0 0 0,0-1 0 0 0,0 0 0 0 0,0 0 0 0 0,0 1 0 0 0,0-1 0 0 0,0 0 0 0 0,1 0 0 0 0,-1 0 0 0 0,0 0 0 0 0,1 0 0 0 0,-1 0 0 0 0,0 0 0 0 0,1-1 0 0 0,-1 1 0 0 0,1 0 0 0 0,-1-1 0 0 0,1 1 0 0 0,-1-1 0 0 0,1 0 0 0 0,0 1 0 0 0,-1-1 0 0 0,1 0 0 0 0,-1 0 0 0 0,1 0 0 0 0,0 0 0 0 0,-1 0 0 0 0,1 0 0 0 0,-1-1 0 0 0,1 1 0 0 0,0 0 0 0 0,-1-1 0 0 0,1 1 0 0 0,-1-1 0 0 0,1 0 0 0 0,1 0 0 0 0,2-3 8 0 0,1 0 0 0 0,-1 0 0 0 0,0-1 0 0 0,0 1 0 0 0,0-1 0 0 0,-1 0 0 0 0,0-1 0 0 0,0 1 0 0 0,4-7 0 0 0,3-6 48 0 0,13-32 0 0 0,0-12 125 0 0,19-72-1 0 0,6-68 53 0 0,-17 64-228 0 0,-30 133-22 0 0,3-17-132 0 0,1 1 0 0 0,13-32 0 0 0,-9 39-284 0 0,-10 14 373 0 0,0-1 0 0 0,0 1 0 0 0,0 0 0 0 0,1-1 0 0 0,-1 1 1 0 0,0 0-1 0 0,0 0 0 0 0,1 0 0 0 0,-1-1 0 0 0,0 1 0 0 0,0 0 1 0 0,1 0-1 0 0,-1 0 0 0 0,0-1 0 0 0,1 1 0 0 0,-1 0 0 0 0,0 0 1 0 0,1 0-1 0 0,-1 0 0 0 0,0 0 0 0 0,1 0 0 0 0,-1 0 0 0 0,0 0 1 0 0,1 0-1 0 0,-1 0 0 0 0,0 0 0 0 0,1 0 0 0 0,-1 0 0 0 0,0 0 1 0 0,1 0-1 0 0,-1 0 0 0 0,0 0 0 0 0,1 1 0 0 0,-1-1 0 0 0,0 0 1 0 0,1 0-1 0 0,-1 0 0 0 0,0 1 0 0 0,0-1 0 0 0,1 0 0 0 0,-1 0 1 0 0,0 0-1 0 0,0 1 0 0 0,1-1 0 0 0,-1 0 0 0 0,0 1 0 0 0,0-1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2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6 967 9671 0 0,'-1'-3'135'0'0,"0"0"0"0"0,0 0-1 0 0,0 0 1 0 0,1 1 0 0 0,-1-1-1 0 0,1 0 1 0 0,-1 0 0 0 0,1 0 0 0 0,0 0-1 0 0,0 0 1 0 0,1-1 0 0 0,-1-2-1 0 0,12-38 1761 0 0,-6 25-1227 0 0,21-71 2019 0 0,56-125 1 0 0,-62 170-2087 0 0,2 1 1 0 0,2 1-1 0 0,2 1 1 0 0,50-61-1 0 0,-74 99-560 0 0,5-5 67 0 0,0 1 0 0 0,0-1 0 0 0,0 1 0 0 0,15-9 0 0 0,-21 15-83 0 0,0 1 0 0 0,0 0 1 0 0,0 0-1 0 0,0 0 0 0 0,1 0 0 0 0,-1 0 0 0 0,0 1 0 0 0,1-1 1 0 0,-1 1-1 0 0,0-1 0 0 0,1 1 0 0 0,2 0 0 0 0,-3 0-7 0 0,0 0 0 0 0,-1 1 0 0 0,1-1 0 0 0,-1 1 0 0 0,1-1 0 0 0,0 1 0 0 0,-1 0 0 0 0,1-1 0 0 0,-1 1 0 0 0,0 0-1 0 0,1 0 1 0 0,-1 0 0 0 0,0 0 0 0 0,1 0 0 0 0,-1 1 0 0 0,0-1 0 0 0,0 0 0 0 0,0 0 0 0 0,1 3 0 0 0,3 4-12 0 0,-2-1 0 0 0,1 0 0 0 0,-1 1 0 0 0,0 0 0 0 0,3 14 0 0 0,6 46-12 0 0,-9-51 5 0 0,9 75-11 0 0,-6-39-6 0 0,2-1 1 0 0,23 77 0 0 0,-27-114 18 0 0,-1-6-2 0 0,0 0 1 0 0,7 17-1 0 0,-9-24 2 0 0,0-1-1 0 0,0 1 1 0 0,0-1-1 0 0,0 1 1 0 0,0 0 0 0 0,1-1-1 0 0,-1 0 1 0 0,0 1 0 0 0,1-1-1 0 0,-1 0 1 0 0,1 1 0 0 0,-1-1-1 0 0,1 0 1 0 0,-1 0-1 0 0,1-1 1 0 0,0 1 0 0 0,0 0-1 0 0,-1 0 1 0 0,1-1 0 0 0,3 1-1 0 0,-4-1 6 0 0,1 0 1 0 0,0 0-1 0 0,-1 0 1 0 0,1-1-1 0 0,0 1 0 0 0,-1-1 1 0 0,1 1-1 0 0,-1-1 0 0 0,1 1 1 0 0,0-1-1 0 0,-1 0 0 0 0,0 0 1 0 0,1 0-1 0 0,-1 0 0 0 0,1 0 1 0 0,-1 0-1 0 0,0 0 0 0 0,0 0 1 0 0,0-1-1 0 0,0 1 0 0 0,2-3 1 0 0,2-3 53 0 0,0-1 1 0 0,7-13-1 0 0,-12 21-58 0 0,27-59 202 0 0,-3-1 0 0 0,30-112 1 0 0,9-130-141 0 0,-59 277-167 0 0,-1 9-65 0 0,-1 0-1 0 0,2 0 1 0 0,0 0-1 0 0,11-23 1 0 0,-9 26-411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70 1 3679 0 0,'25'16'12848'0'0,"-9"21"-10979"0"0,-4-7 99 0 0,26 43 0 0 0,-33-66-1927 0 0,0-1 0 0 0,0 0-1 0 0,0-1 1 0 0,0 1 0 0 0,1-1-1 0 0,0 0 1 0 0,0-1-1 0 0,0 1 1 0 0,1-1 0 0 0,-1 0-1 0 0,12 4 1 0 0,-12-5-23 0 0,0-1 1 0 0,0 0-1 0 0,0-1 0 0 0,1 0 1 0 0,-1 0-1 0 0,0 0 0 0 0,1 0 1 0 0,-1-1-1 0 0,0 0 0 0 0,1-1 1 0 0,-1 1-1 0 0,0-1 0 0 0,1 0 1 0 0,7-3-1 0 0,-12 3-37 0 0,0 1-1 0 0,0-1 1 0 0,0 0 0 0 0,0 0-1 0 0,0 0 1 0 0,-1 0 0 0 0,1-1-1 0 0,0 1 1 0 0,-1 0-1 0 0,1-1 1 0 0,0 1 0 0 0,-1-1-1 0 0,0 1 1 0 0,1-1 0 0 0,-1 0-1 0 0,0 0 1 0 0,0 0-1 0 0,1-2 1 0 0,-1 1-56 0 0,0-1 0 0 0,0 1 0 0 0,0-1 0 0 0,0 1 0 0 0,-1-1 0 0 0,0 1 0 0 0,0-1 0 0 0,0 1 0 0 0,0-1 0 0 0,-1-4 0 0 0,-1-1-75 0 0,0 1 1 0 0,0-1-1 0 0,-1 1 1 0 0,0 0-1 0 0,-1 0 1 0 0,0 0-1 0 0,0 1 1 0 0,-7-10 0 0 0,-3-6-425 0 0,10 15 161 0 0,11 16-14 0 0,138 141 1792 0 0,-10-12 559 0 0,-127-128-1852 0 0,-1 0-1 0 0,0 1 0 0 0,-1 0 0 0 0,0 0 1 0 0,-1 0-1 0 0,0 0 0 0 0,0 1 0 0 0,-1 0 0 0 0,3 12 1 0 0,-5-13-23 0 0,-1 0 1 0 0,1-1-1 0 0,-2 1 1 0 0,1 0-1 0 0,-2 0 1 0 0,1 0 0 0 0,-1 0-1 0 0,-1 0 1 0 0,1 0-1 0 0,-7 16 1 0 0,-2 0 14 0 0,-1 0-1 0 0,-1-1 1 0 0,-1-1 0 0 0,-1 0-1 0 0,-1 0 1 0 0,-2-2 0 0 0,0 0 0 0 0,-36 35-1 0 0,21-27-29 0 0,-2-2 1 0 0,0-1-1 0 0,-2-2 0 0 0,-71 38 0 0 0,86-52-15 0 0,-1-2 1 0 0,0 0 0 0 0,-25 7-1 0 0,38-14-238 0 0,1 0-1 0 0,-1-1 1 0 0,0 1-1 0 0,0-2 1 0 0,1 1-1 0 0,-1-1 1 0 0,0 0-1 0 0,0-1 0 0 0,1 0 1 0 0,-1-1-1 0 0,-12-3 1 0 0,-9-8-7684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105 132 1375 0 0,'-3'-1'-382'0'0,"-17"3"6118"0"0,20-2-5540 0 0,0 1 0 0 0,0-1-1 0 0,0 1 1 0 0,-1 0-1 0 0,-9 21 3158 0 0,-11 34 0 0 0,-1 27-77 0 0,1 86-319 0 0,18-140-2676 0 0,-1 87 825 0 0,4-105-1017 0 0,1 0 1 0 0,1-1-1 0 0,-1 1 0 0 0,2-1 0 0 0,-1 0 1 0 0,1 0-1 0 0,1 0 0 0 0,7 16 0 0 0,-9-22-65 0 0,0-1-1 0 0,1 1 0 0 0,-1-1 0 0 0,1 0 0 0 0,-1 1 0 0 0,1-1 0 0 0,0-1 1 0 0,0 1-1 0 0,0 0 0 0 0,0-1 0 0 0,1 1 0 0 0,-1-1 0 0 0,1 0 0 0 0,-1 0 1 0 0,1 0-1 0 0,0-1 0 0 0,0 0 0 0 0,0 1 0 0 0,0-1 0 0 0,0 0 0 0 0,0-1 0 0 0,0 1 1 0 0,0-1-1 0 0,0 0 0 0 0,0 0 0 0 0,0 0 0 0 0,0 0 0 0 0,0-1 0 0 0,0 1 1 0 0,0-1-1 0 0,0 0 0 0 0,0-1 0 0 0,5-1 0 0 0,4-4 24 0 0,0 0 0 0 0,-1-1-1 0 0,0-1 1 0 0,0 0 0 0 0,-1 0 0 0 0,0-1-1 0 0,-1 0 1 0 0,0-1 0 0 0,0 0 0 0 0,10-17-1 0 0,-2-1 52 0 0,-1 0-1 0 0,-1-1 1 0 0,16-44-1 0 0,-12 19-7 0 0,16-76 0 0 0,1-59-224 0 0,-36 185 123 0 0,2-32-120 0 0,-2 29 13 0 0,-1 1 0 0 0,1 0 1 0 0,0 0-1 0 0,0 0 0 0 0,1 0 0 0 0,4-11 0 0 0,-6 17 57 0 0,0 1 1 0 0,0 0 0 0 0,0 0-1 0 0,0 0 1 0 0,0-1-1 0 0,1 1 1 0 0,-1 0-1 0 0,0 0 1 0 0,0 0 0 0 0,0 0-1 0 0,0-1 1 0 0,0 1-1 0 0,0 0 1 0 0,1 0-1 0 0,-1 0 1 0 0,0 0-1 0 0,0 0 1 0 0,0 0 0 0 0,0 0-1 0 0,1-1 1 0 0,-1 1-1 0 0,0 0 1 0 0,0 0-1 0 0,0 0 1 0 0,1 0 0 0 0,-1 0-1 0 0,0 0 1 0 0,0 0-1 0 0,0 0 1 0 0,1 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8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1 828 10135 0 0,'0'2'223'0'0,"0"0"-1"0"0,-1 0 1 0 0,2 1-1 0 0,-1-1 1 0 0,0 0-1 0 0,0 0 1 0 0,1 0-1 0 0,-1 1 1 0 0,1-1-1 0 0,-1 0 0 0 0,1 0 1 0 0,0 0-1 0 0,0 0 1 0 0,0 0-1 0 0,0 0 1 0 0,0 0-1 0 0,1-1 1 0 0,-1 1-1 0 0,3 3 1 0 0,1 0 63 0 0,1-1 0 0 0,-1 1 0 0 0,1-1 0 0 0,-1 0 0 0 0,1-1 0 0 0,0 1 1 0 0,1-1-1 0 0,-1 0 0 0 0,0-1 0 0 0,1 0 0 0 0,0 0 0 0 0,-1 0 0 0 0,1 0 1 0 0,0-1-1 0 0,13 0 0 0 0,1 0 110 0 0,-1-2 1 0 0,1 0 0 0 0,-1-2-1 0 0,24-4 1 0 0,-2-4-200 0 0,0-1 1 0 0,-1-2-1 0 0,-1-2 1 0 0,-1-2-1 0 0,0-1 1 0 0,-1-2-1 0 0,-1-2 1 0 0,64-50-1 0 0,-96 68-224 0 0,-1 1 1 0 0,1 0-1 0 0,-1-1 0 0 0,0 0 0 0 0,0 0 0 0 0,0-1 1 0 0,-1 1-1 0 0,1-1 0 0 0,2-6 0 0 0,-5 10-8 0 0,-1 0 1 0 0,1-1-1 0 0,0 1 0 0 0,-1 0 0 0 0,1 0 1 0 0,-1-1-1 0 0,0 1 0 0 0,0 0 0 0 0,0 0 1 0 0,0-1-1 0 0,0 1 0 0 0,-1 0 0 0 0,1 0 1 0 0,-1-1-1 0 0,1 1 0 0 0,-1 0 0 0 0,0 0 1 0 0,0 0-1 0 0,0 0 0 0 0,0 0 0 0 0,0 0 1 0 0,0 0-1 0 0,0 0 0 0 0,-1 0 0 0 0,1 0 0 0 0,-1 1 1 0 0,1-1-1 0 0,-4-2 0 0 0,-3-2-75 0 0,0 1 0 0 0,0 0-1 0 0,-1 0 1 0 0,1 0 0 0 0,-1 1-1 0 0,0 0 1 0 0,-10-2 0 0 0,-71-15-425 0 0,33 9 384 0 0,-94-31 74 0 0,124 34 210 0 0,-1-2 0 0 0,1-1 1 0 0,-32-20-1 0 0,55 30-55 0 0,0-1 0 0 0,1 1-1 0 0,-1-1 1 0 0,1 0 0 0 0,-1 0 0 0 0,1 0 0 0 0,0 0-1 0 0,0-1 1 0 0,1 1 0 0 0,-1-1 0 0 0,1 0-1 0 0,0 0 1 0 0,-3-4 0 0 0,4 5-44 0 0,1 0 0 0 0,-1 0 1 0 0,1 0-1 0 0,-1 0 0 0 0,1 0 0 0 0,0-1 1 0 0,0 1-1 0 0,0 0 0 0 0,0 0 0 0 0,1 0 0 0 0,-1 0 1 0 0,1 0-1 0 0,0 0 0 0 0,0 0 0 0 0,0 1 1 0 0,0-1-1 0 0,0 0 0 0 0,1 0 0 0 0,3-4 0 0 0,3-5-8 0 0,1 1-1 0 0,0 0 1 0 0,1 0-1 0 0,0 1 0 0 0,1 1 1 0 0,16-12-1 0 0,79-45-59 0 0,-76 48 38 0 0,17-7-334 0 0,1 1 0 0 0,81-28 0 0 0,-76 34-545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90 580 8287 0 0,'-14'21'565'0'0,"2"1"-1"0"0,-16 39 0 0 0,22-44 1200 0 0,0 1 0 0 0,-4 26 1 0 0,8-34-1391 0 0,-2 13 368 0 0,0-1 0 0 0,2 1 1 0 0,0-1-1 0 0,2 34 0 0 0,1-54-674 0 0,-1-1 1 0 0,0 1 0 0 0,0 0-1 0 0,1 0 1 0 0,-1 0-1 0 0,1 0 1 0 0,0-1 0 0 0,0 1-1 0 0,-1 0 1 0 0,1-1-1 0 0,0 1 1 0 0,0 0-1 0 0,2 1 1 0 0,-3-3-46 0 0,0 0 0 0 0,1 0 0 0 0,-1 1 0 0 0,0-1 0 0 0,1 0 0 0 0,-1 0 0 0 0,0 0-1 0 0,1 0 1 0 0,-1 1 0 0 0,0-1 0 0 0,1 0 0 0 0,-1 0 0 0 0,0 0 0 0 0,1 0 0 0 0,-1 0 0 0 0,1 0 0 0 0,-1 0 0 0 0,0 0 0 0 0,1 0 0 0 0,-1 0-1 0 0,1 0 1 0 0,-1 0 0 0 0,1 0 0 0 0,0-1 5 0 0,0 1-1 0 0,0-1 1 0 0,0 1 0 0 0,-1-1-1 0 0,1 0 1 0 0,0 1 0 0 0,0-1-1 0 0,0 0 1 0 0,-1 0-1 0 0,1 0 1 0 0,0 1 0 0 0,0-2-1 0 0,5-9 32 0 0,1 0-1 0 0,-2-1 1 0 0,0 1 0 0 0,0-1-1 0 0,-1 0 1 0 0,-1 0 0 0 0,3-16-1 0 0,0-11 98 0 0,2-39-1 0 0,-5-40-27 0 0,6-60 306 0 0,-7 156-386 0 0,2 0-1 0 0,1 0 1 0 0,0 1 0 0 0,2-1-1 0 0,17-37 1 0 0,-17 46-16 0 0,1 1 0 0 0,0 0 0 0 0,0 1 0 0 0,1 0 0 0 0,1 0-1 0 0,0 1 1 0 0,0 0 0 0 0,1 1 0 0 0,22-16 0 0 0,7 2 54 0 0,70-33-1 0 0,-108 55-84 0 0,17-7-12 0 0,1 0 0 0 0,1 0 0 0 0,30-5 0 0 0,-39 11-2168 0 0,-1 0 0 0 0,15 1 0 0 0,-2 3-5027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6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3 131 10135 0 0,'0'0'778'0'0,"0"-1"-745"0"0,-1 1 0 0 0,1 0 0 0 0,0 0 0 0 0,0 0 1 0 0,0 0-1 0 0,0 0 0 0 0,0 0 0 0 0,0 0 0 0 0,0 0 0 0 0,0 0 1 0 0,0 0-1 0 0,-1 0 0 0 0,1 0 0 0 0,0 0 0 0 0,0-1 0 0 0,0 1 1 0 0,0 0-1 0 0,0 0 0 0 0,0 0 0 0 0,0 0 0 0 0,0 0 0 0 0,0 0 1 0 0,0 0-1 0 0,0-1 0 0 0,0 1 0 0 0,0 0 0 0 0,0 0 0 0 0,0 0 1 0 0,0 0-1 0 0,0 0 0 0 0,0 0 0 0 0,0 0 0 0 0,0-1 0 0 0,0 1 1 0 0,0 0-1 0 0,0 0 0 0 0,0 0 0 0 0,0 0 0 0 0,0 0 0 0 0,0 0 1 0 0,0 0-1 0 0,0 0 0 0 0,0-1 0 0 0,0 1 0 0 0,1 0 0 0 0,-1 0 1 0 0,0 0-1 0 0,0 0 0 0 0,0 0 0 0 0,0 0 0 0 0,0 0 0 0 0,0 0 1 0 0,0 0-1 0 0,0 0 0 0 0,0 0 0 0 0,1 0 0 0 0,-1 0 0 0 0,0-1 1 0 0,6-6 1686 0 0,3 0-842 0 0,0-1 0 0 0,1 1-1 0 0,-1 1 1 0 0,1-1 0 0 0,1 2 0 0 0,18-9 0 0 0,70-18 635 0 0,-56 22-1380 0 0,-1 1 0 0 0,1 3-1 0 0,1 2 1 0 0,81 1-1 0 0,-116 3-193 0 0,-1 1 0 0 0,1 0 0 0 0,-1 0 0 0 0,1 0 0 0 0,-1 1 0 0 0,0 0 0 0 0,0 1 0 0 0,9 4 0 0 0,-1 4-574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4 163 17967 0 0,'-3'-6'800'0'0,"3"0"160"0"0,3 3-768 0 0,3-3-192 0 0,2 3 0 0 0,1-2 0 0 0,6-4 528 0 0,8-3 72 0 0,12-2 8 0 0,17-9 8 0 0,12-4-232 0 0,0 7-56 0 0,-3 6-8 0 0,0 2 0 0 0,-3 9-320 0 0,-6 6 0 0 0,-3 3-104 0 0,1 3-9320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0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62 146 919 0 0,'3'-15'727'0'0,"-3"4"-376"0"0,2 1 0 0 0,-1-1 0 0 0,7-21 0 0 0,-5 22 567 0 0,0-1-1 0 0,-1 1 1 0 0,-1-25 7708 0 0,0 45-8385 0 0,10 163 720 0 0,-12-115-787 0 0,7 538 1647 0 0,-23 412 1834 0 0,3-423-3204 0 0,21 4-392 0 0,-6-575-59 0 0,2 140 0 0 0,2 235 0 0 0,-27-1 0 0 0,1-139-104 0 0,12 273 0 0 0,12-398 57 0 0,-5 512-664 0 0,-15-456-1639 0 0,-1 69 1081 0 0,19-246 1090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0 116 2759 0 0,'44'-19'282'0'0,"-26"11"829"0"0,35-12 0 0 0,-13 10-396 0 0,1 2-1 0 0,0 2 1 0 0,0 2-1 0 0,0 1 1 0 0,0 2-1 0 0,1 2 1 0 0,-1 2-1 0 0,43 8 1 0 0,-32-4-158 0 0,0-2 0 0 0,0-2 0 0 0,0-3 0 0 0,98-12 0 0 0,-31-4-126 0 0,250-22 1158 0 0,-315 39-950 0 0,-1 2-1 0 0,1 3 0 0 0,87 20 1 0 0,158 13 690 0 0,-125-22-910 0 0,114 0 370 0 0,-21-2-260 0 0,-121 8-247 0 0,47 3-212 0 0,-92-22-78 0 0,0-4 0 0 0,159-21 0 0 0,13 5 178 0 0,1 22 94 0 0,-269-5-258 0 0,63-1 100 0 0,126-15 1 0 0,65-29-89 0 0,-220 36-14 0 0,45-5 57 0 0,1 2 0 0 0,0 5 1 0 0,102 5-1 0 0,-85 7 3 0 0,52 2-64 0 0,-60-7 62 0 0,102 15 0 0 0,-5-4 6 0 0,1-15 44 0 0,66 1-24 0 0,-201 7-88 0 0,105 24 0 0 0,-47-6 0 0 0,-75-17 0 0 0,-1-1 0 0 0,1-3 0 0 0,0-1 0 0 0,0-1 0 0 0,46-8 0 0 0,114-15 19 0 0,-153 20-8 0 0,-1 2 1 0 0,62 7-1 0 0,1 8 91 0 0,-5 0-20 0 0,109-1 1 0 0,173-30-83 0 0,-291 13 0 0 0,1 3 0 0 0,100 14 0 0 0,-88-3-21 0 0,0-5-1 0 0,201-16 1 0 0,-302 10 17 0 0,13-1-110 0 0,37 0-1 0 0,-53 2 97 0 0,1 0 0 0 0,-1 1 0 0 0,1 0 0 0 0,-1-1 0 0 0,0 1 0 0 0,1 1 0 0 0,-1-1 0 0 0,0 1-1 0 0,0 0 1 0 0,0 0 0 0 0,0 0 0 0 0,0 0 0 0 0,0 0 0 0 0,4 5 0 0 0,-7-5-102 0 0,1 0-1 0 0,-1-1 1 0 0,0 1 0 0 0,0 0-1 0 0,0 0 1 0 0,0 0 0 0 0,-1 1-1 0 0,1-1 1 0 0,0 0 0 0 0,-1 0-1 0 0,0 0 1 0 0,1 1 0 0 0,-1-1-1 0 0,0 0 1 0 0,0 0 0 0 0,0 0-1 0 0,-1 1 1 0 0,1-1 0 0 0,0 0-1 0 0,-1 0 1 0 0,0 3 0 0 0,1-5 89 0 0,-5 18-7507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 6647 0 0,'-2'2'71'0'0,"0"1"-1"0"0,1 0 1 0 0,-1-1-1 0 0,1 1 1 0 0,-1 0-1 0 0,1 0 1 0 0,0 1 0 0 0,0-1-1 0 0,0 0 1 0 0,0 0-1 0 0,1 0 1 0 0,0 1-1 0 0,-1-1 1 0 0,1 4-1 0 0,-2 12 975 0 0,-38 259 7641 0 0,-1 143-4391 0 0,-26 1065-2448 0 0,52-1114-1835 0 0,-4 173 42 0 0,2 401 325 0 0,37-267-203 0 0,17-360-1023 0 0,-34-293-1327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3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1 247 8287 0 0,'0'0'31'0'0,"0"1"-1"0"0,0-1 1 0 0,0 0-1 0 0,0 1 1 0 0,0-1-1 0 0,0 1 0 0 0,0-1 1 0 0,1 0-1 0 0,-1 1 1 0 0,0-1-1 0 0,0 1 0 0 0,1-1 1 0 0,-1 0-1 0 0,0 1 1 0 0,0-1-1 0 0,1 0 1 0 0,-1 0-1 0 0,0 1 0 0 0,1-1 1 0 0,-1 0-1 0 0,0 0 1 0 0,1 1-1 0 0,-1-1 1 0 0,1 0-1 0 0,-1 0 0 0 0,1 1 1 0 0,8-6 218 0 0,5-3 394 0 0,65-14 1850 0 0,131-19 1 0 0,-172 35-2196 0 0,141-18 1569 0 0,2 7-1 0 0,235 9 1 0 0,-310 14-1236 0 0,131 23 1 0 0,98 38-116 0 0,-272-54-422 0 0,11 1 66 0 0,1-4 0 0 0,137 1 0 0 0,148-28 91 0 0,-54 8-11 0 0,-203 7-152 0 0,38 0 52 0 0,178-6 213 0 0,-111-4-197 0 0,442-18 331 0 0,-218 11-276 0 0,-97 2 42 0 0,1 18-128 0 0,358-7 3 0 0,-300-26-64 0 0,32 23 181 0 0,-366 9-234 0 0,133 2 52 0 0,290-10 66 0 0,-304-13-101 0 0,31-1 8 0 0,-135 16-36 0 0,109-3 0 0 0,-153 9 0 0 0,384-15 0 0 0,-335 4 0 0 0,35-4 0 0 0,-75 11 0 0 0,-22 2 0 0 0,0 1 0 0 0,20 0 0 0 0,7 3-194 0 0,-21-2-300 0 0,41 6 0 0 0,-59-5 420 0 0,1 1 1 0 0,0 0-1 0 0,0 0 1 0 0,-1 0-1 0 0,0 1 1 0 0,1 0-1 0 0,-1 0 1 0 0,0 0-1 0 0,0 1 1 0 0,8 6-1 0 0,6 8-2285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8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19 777 6447 0 0,'-1'-2'564'0'0,"-1"0"0"0"0,1-1 0 0 0,-1 1 0 0 0,1 0 0 0 0,0 0 0 0 0,0-1 0 0 0,0 1-1 0 0,0 0 1 0 0,0-1 0 0 0,1 1 0 0 0,-1-4 0 0 0,-3-30 2573 0 0,4 28-2451 0 0,-2-52 1658 0 0,8-63 0 0 0,-1 47-1854 0 0,9-98 258 0 0,2-16-231 0 0,-16 181-527 0 0,0-1 0 0 0,0 1 0 0 0,-1 0 0 0 0,0-1 0 0 0,0 1 0 0 0,-4-10 0 0 0,5 19 1 0 0,0 0 1 0 0,1 0-1 0 0,-1 0 0 0 0,0-1 1 0 0,0 1-1 0 0,0 0 0 0 0,0 0 1 0 0,0 0-1 0 0,0 0 0 0 0,0 0 1 0 0,0 0-1 0 0,0 0 0 0 0,0 0 1 0 0,0 0-1 0 0,0 0 0 0 0,0-1 1 0 0,0 1-1 0 0,0 0 0 0 0,0 0 1 0 0,-1 0-1 0 0,1 0 0 0 0,0 0 1 0 0,0 0-1 0 0,0 0 0 0 0,0 0 1 0 0,0 0-1 0 0,0 0 0 0 0,0 0 1 0 0,0-1-1 0 0,0 1 1 0 0,0 0-1 0 0,0 0 0 0 0,0 0 1 0 0,0 0-1 0 0,0 0 0 0 0,0 0 1 0 0,-1 0-1 0 0,1 0 0 0 0,0 0 1 0 0,0 0-1 0 0,0 0 0 0 0,0 0 1 0 0,0 0-1 0 0,0 0 0 0 0,0 0 1 0 0,0 0-1 0 0,0 0 0 0 0,0 0 1 0 0,-1 0-1 0 0,1 0 0 0 0,0 0 1 0 0,0 0-1 0 0,0 0 0 0 0,0 0 1 0 0,0 0-1 0 0,0 0 1 0 0,0 0-1 0 0,0 0 0 0 0,0 0 1 0 0,0 0-1 0 0,0 0 0 0 0,-1 0 1 0 0,1 0-1 0 0,0 0 0 0 0,0 1 1 0 0,-2 7-673 0 0,0 13-2008 0 0,1-4-4437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 4607 0 0,'1'1'252'0'0,"-1"-1"0"0"0,1 1-1 0 0,-1 0 1 0 0,1-1-1 0 0,-1 1 1 0 0,1-1-1 0 0,0 1 1 0 0,-1-1-1 0 0,1 1 1 0 0,0-1-1 0 0,0 1 1 0 0,-1-1-1 0 0,1 0 1 0 0,0 0 0 0 0,0 1-1 0 0,-1-1 1 0 0,1 0-1 0 0,0 0 1 0 0,0 0-1 0 0,0 0 1 0 0,1 0-1 0 0,20 3 2746 0 0,-9-2-1828 0 0,-1-1-1 0 0,1-1 1 0 0,-1 0 0 0 0,1-1-1 0 0,23-6 1 0 0,61-26 1027 0 0,-30 10-1528 0 0,-58 21-661 0 0,0 0 48 0 0,1 0-1 0 0,1 0 1 0 0,-1 1 0 0 0,16-2 0 0 0,-24 4-78 0 0,-1 0 0 0 0,1-1 1 0 0,0 1-1 0 0,-1 1 1 0 0,1-1-1 0 0,0 0 1 0 0,-1 0-1 0 0,1 0 0 0 0,0 1 1 0 0,-1-1-1 0 0,1 1 1 0 0,0 0-1 0 0,-1-1 1 0 0,1 1-1 0 0,-1 0 0 0 0,1 0 1 0 0,-1 0-1 0 0,1 0 1 0 0,-1 0-1 0 0,0 0 0 0 0,0 0 1 0 0,1 0-1 0 0,-1 1 1 0 0,0-1-1 0 0,0 0 1 0 0,0 1-1 0 0,0-1 0 0 0,-1 1 1 0 0,1-1-1 0 0,0 1 1 0 0,-1 0-1 0 0,1-1 1 0 0,-1 1-1 0 0,1 0 0 0 0,-1 1 1 0 0,1-1-236 0 0,-1 1 1 0 0,0-1-1 0 0,0 0 1 0 0,-1 1-1 0 0,1-1 1 0 0,0 0-1 0 0,-1 0 1 0 0,0 0-1 0 0,1 1 1 0 0,-2 1-1 0 0,1-1-441 0 0,0 0 0 0 0,0 0 0 0 0,0 0 0 0 0,1 0 0 0 0,-1 0 1 0 0,1 3-1 0 0,-1 31-330 0 0,0-15-136 0 0,1 1-1 0 0,5 31 0 0 0,-5-52 1048 0 0,1-4-193 0 0,-1-12-632 0 0,-2-14-418 0 0,2 26 1454 0 0,0 0-1 0 0,-1 0 1 0 0,1 0-1 0 0,-1 0 1 0 0,0 1-1 0 0,0-1 1 0 0,0 0-1 0 0,0 0 1 0 0,0 1 0 0 0,0-1-1 0 0,0 0 1 0 0,0 1-1 0 0,-1-1 1 0 0,1 1-1 0 0,0 0 1 0 0,-3-2-1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21 597 4143 0 0,'-1'2'126'0'0,"-6"11"494"0"0,7-12-414 0 0,0-1 1 0 0,0 1-1 0 0,-1-1 1 0 0,1 0-1 0 0,0 1 1 0 0,0-1-1 0 0,-1 0 1 0 0,1 1-1 0 0,0-1 1 0 0,-1 0-1 0 0,1 1 1 0 0,0-1-1 0 0,-1 0 1 0 0,1 0-1 0 0,0 0 1 0 0,-1 1-1 0 0,1-1 1 0 0,-1 0-1 0 0,1 0 1 0 0,0 0-1 0 0,-1 0 1 0 0,1 1-1 0 0,-1-1 1 0 0,1 0-1 0 0,-1 0 1 0 0,1-1-9 0 0,-1 1 0 0 0,1 0 0 0 0,0-1 0 0 0,-1 1 0 0 0,1 0 0 0 0,0-1 1 0 0,0 1-1 0 0,-1-1 0 0 0,1 1 0 0 0,0-1 0 0 0,0 1 0 0 0,0-1 0 0 0,0 1 0 0 0,0 0 0 0 0,0-1 0 0 0,0 1 0 0 0,0-1 0 0 0,0 1 0 0 0,0-1 0 0 0,0 1 1 0 0,0-1-1 0 0,0 1 0 0 0,0-1 0 0 0,2-15 1133 0 0,-1 13-869 0 0,21-139 3735 0 0,-6-73-2873 0 0,-15 167-1157 0 0,1 20-90 0 0,-2 0 0 0 0,0 0-1 0 0,-2 1 1 0 0,-7-36-1 0 0,4 53-45 0 0,2 16-220 0 0,0 15-451 0 0,2 29-877 0 0,1 18-463 0 0,1-23-3438 0 0,0-14-266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9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5 503 9671 0 0,'-1'-3'421'0'0,"0"0"-1"0"0,0 1 0 0 0,1-1 1 0 0,-1 1-1 0 0,1-1 0 0 0,0 0 0 0 0,0 0 1 0 0,0 1-1 0 0,0-1 0 0 0,0-3 1 0 0,1-2-6 0 0,5-99 4733 0 0,19-55-2646 0 0,-12 84-2127 0 0,-7 47-551 0 0,15-51 0 0 0,-21 80-424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179 21 10135 0 0,'0'-2'330'0'0,"6"-17"7182"0"0,-7 47-7078 0 0,-1-1 1 0 0,-2 1 0 0 0,0-1-1 0 0,-2 0 1 0 0,-11 34 0 0 0,5-28 76 0 0,-2 0 1 0 0,-1-1 0 0 0,-31 51-1 0 0,40-74-460 0 0,-1-1-1 0 0,0 1 1 0 0,0-1 0 0 0,-1 0-1 0 0,0-1 1 0 0,-12 10 0 0 0,20-15 123 0 0,7 0-80 0 0,7 0-32 0 0,-13-2-59 0 0,22 0 140 0 0,0-1 0 0 0,1-1 0 0 0,36-7 0 0 0,-35 4-680 0 0,0 1 1 0 0,45 0 0 0 0,-49 5-7451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1 522 4143 0 0,'13'-39'2271'0'0,"96"-261"9690"0"0,-109 299-11924 0 0,45-93 2474 0 0,-39 85-2311 0 0,-1-1-1 0 0,2 1 0 0 0,-1 1 1 0 0,1-1-1 0 0,1 1 0 0 0,0 0 1 0 0,11-9-1 0 0,-18 16-193 0 0,0 0 0 0 0,1 0 0 0 0,-1 0 0 0 0,0 1 0 0 0,0-1 0 0 0,1 0 0 0 0,-1 1 0 0 0,1-1 0 0 0,-1 1 1 0 0,0-1-1 0 0,1 1 0 0 0,-1-1 0 0 0,1 1 0 0 0,-1 0 0 0 0,1 0 0 0 0,-1 0 0 0 0,1 0 0 0 0,-1 0 0 0 0,1 0 0 0 0,-1 0 0 0 0,1 1 0 0 0,1-1 0 0 0,-2 1-3 0 0,1 0 0 0 0,0 1 0 0 0,0-1 0 0 0,-1 0 0 0 0,1 0 0 0 0,-1 1-1 0 0,1-1 1 0 0,-1 1 0 0 0,1 0 0 0 0,-1-1 0 0 0,0 1 0 0 0,0 0 0 0 0,0 0-1 0 0,0-1 1 0 0,1 4 0 0 0,3 9-3 0 0,0 0 0 0 0,-1 1 0 0 0,0 0 0 0 0,-1-1 0 0 0,2 27 0 0 0,-5 77 0 0 0,-3-89-11 0 0,-1-1-1 0 0,-1 0 1 0 0,-1 1-1 0 0,-17 43 1 0 0,18-62-2012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92 17047 0 0,'0'0'752'0'0,"2"-1"160"0"0,-1-1-728 0 0,2-1-184 0 0,0 2 0 0 0,0-1 0 0 0,3 0 648 0 0,4-3 96 0 0,7-2 24 0 0,7-3 0 0 0,5 1-368 0 0,1-1-72 0 0,2 0-8 0 0,-1 1-8 0 0,-1 2-400 0 0,-1 1-72 0 0,0 3-24 0 0,-3-1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67 10591 0 0,'4'11'761'0'0,"0"1"0"0"0,0-1-1 0 0,-2 1 1 0 0,1 0-1 0 0,0 16 1 0 0,2 2 197 0 0,1 9 1132 0 0,2 68 1 0 0,-8-85-1720 0 0,-1 0 0 0 0,-1-1 1 0 0,-1 1-1 0 0,-10 36 0 0 0,4-32-335 0 0,8-25-36 0 0,0 0 0 0 0,1 0 0 0 0,-1 0-1 0 0,0 0 1 0 0,1 0 0 0 0,-1 0 0 0 0,0 0 0 0 0,0 0 0 0 0,0 0 0 0 0,0 0-1 0 0,0 0 1 0 0,0-1 0 0 0,0 1 0 0 0,0 0 0 0 0,0-1 0 0 0,0 1-1 0 0,0-1 1 0 0,-2 1 0 0 0,2-1 4 0 0,1 0 0 0 0,-1 0 0 0 0,0 0 0 0 0,1-1 0 0 0,-1 1 0 0 0,1 0-1 0 0,-1 0 1 0 0,1-1 0 0 0,-1 1 0 0 0,1 0 0 0 0,-1-1 0 0 0,1 1 0 0 0,0-1 0 0 0,-1 1 0 0 0,1-1 0 0 0,-1 1-1 0 0,1-1 1 0 0,0 1 0 0 0,0-1 0 0 0,-1 1 0 0 0,1-1 0 0 0,0 1 0 0 0,0-1 0 0 0,-1 0 0 0 0,1 1 0 0 0,0-1-1 0 0,0 0 1 0 0,-4-19 111 0 0,3 4-98 0 0,1-1-1 0 0,0 1 1 0 0,2 0-1 0 0,0 0 1 0 0,0-1-1 0 0,9-27 1 0 0,-3 18 76 0 0,2 1 0 0 0,0 1 0 0 0,20-34 0 0 0,-20 41-13 0 0,2 1 0 0 0,0 0-1 0 0,0 0 1 0 0,2 1 0 0 0,0 1-1 0 0,25-21 1 0 0,-25 25-47 0 0,0 0 0 0 0,1 0 0 0 0,0 2 0 0 0,0 0 0 0 0,1 1 0 0 0,0 0 0 0 0,32-8-1 0 0,-43 14-8 0 0,0-1 0 0 0,0 2 0 0 0,0-1-1 0 0,0 1 1 0 0,0-1 0 0 0,0 1 0 0 0,0 1-1 0 0,8 0 1 0 0,-11 0-16 0 0,0-1 0 0 0,-1 1 0 0 0,1 0 0 0 0,0 0 0 0 0,-1-1 1 0 0,1 1-1 0 0,-1 0 0 0 0,1 0 0 0 0,-1 0 0 0 0,1 1 0 0 0,-1-1 0 0 0,0 0 0 0 0,1 1 0 0 0,-1-1 0 0 0,0 0 0 0 0,0 1 1 0 0,0-1-1 0 0,0 1 0 0 0,-1 0 0 0 0,1-1 0 0 0,0 1 0 0 0,-1 0 0 0 0,1-1 0 0 0,-1 1 0 0 0,1 0 0 0 0,0 3 0 0 0,-1 3 3 0 0,1 0 0 0 0,-1 0 0 0 0,-1-1 0 0 0,1 1 0 0 0,-1 0 0 0 0,-1 0 0 0 0,1-1 0 0 0,-4 11 0 0 0,-27 60-227 0 0,-31 40-522 0 0,53-103 265 0 0,0 0-1 0 0,-1 0 0 0 0,-1-1 1 0 0,0-1-1 0 0,-19 16 0 0 0,26-25 97 0 0,0-1 0 0 0,0 1-1 0 0,0-1 1 0 0,0 0 0 0 0,-12 4 0 0 0,14-6 428 0 0,0 0 0 0 0,0 0-1 0 0,0-1 1 0 0,0 1 0 0 0,0-1 0 0 0,0 1 0 0 0,0-1 0 0 0,0 0 0 0 0,-1 0 0 0 0,1-1 0 0 0,0 1 0 0 0,0-1 0 0 0,-3 0 0 0 0,6 1 10 0 0,-1 0 0 0 0,1 0 1 0 0,0 0-1 0 0,0 0 0 0 0,0 0 1 0 0,-1 0-1 0 0,1-1 0 0 0,0 1 1 0 0,0 0-1 0 0,0 0 0 0 0,-1 0 1 0 0,1 0-1 0 0,0 0 0 0 0,0 0 1 0 0,0 0-1 0 0,0 0 0 0 0,-1-1 1 0 0,1 1-1 0 0,0 0 0 0 0,0 0 1 0 0,0 0-1 0 0,0 0 0 0 0,0-1 1 0 0,0 1-1 0 0,-1 0 1 0 0,1 0-1 0 0,0 0 0 0 0,0 0 1 0 0,0-1-1 0 0,0 1 0 0 0,0 0 1 0 0,0 0-1 0 0,0 0 0 0 0,0-1 1 0 0,0 1-1 0 0,0 0 0 0 0,0 0 1 0 0,0 0-1 0 0,0-1 0 0 0,0 1 1 0 0,0 0-1 0 0,8-8 841 0 0,12-2-387 0 0,6 3-332 0 0,0 0 0 0 0,1 1-1 0 0,0 2 1 0 0,0 1 0 0 0,48 0 0 0 0,-57 4-460 0 0,0 0-1 0 0,0 2 1 0 0,-1 0-1 0 0,1 1 1 0 0,-1 1-1 0 0,22 8 0 0 0,-19-5-771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20 416 5983 0 0,'-1'-1'161'0'0,"0"1"-1"0"0,0 0 0 0 0,0 0 0 0 0,0 0 0 0 0,1-1 1 0 0,-1 1-1 0 0,0 0 0 0 0,0-1 0 0 0,0 1 0 0 0,1 0 0 0 0,-1-1 1 0 0,0 1-1 0 0,1-1 0 0 0,-1 1 0 0 0,0-1 0 0 0,1 0 1 0 0,-1 1-1 0 0,1-1 0 0 0,-1 0 0 0 0,1 1 0 0 0,-1-1 1 0 0,1 0-1 0 0,-1 0 0 0 0,1 1 0 0 0,0-1 0 0 0,0 0 0 0 0,-1 0 1 0 0,1 0-1 0 0,0 1 0 0 0,0-1 0 0 0,0 0 0 0 0,0-1 1 0 0,-1-5 1099 0 0,0 0 0 0 0,1 0 0 0 0,1-8 0 0 0,-1 4-1520 0 0,1-33 2026 0 0,10-62-1 0 0,-4 67-2091 0 0,21-69 0 0 0,-17 80-389 0 0,0 4-12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2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11 317 13359 0 0,'-2'6'476'0'0,"0"0"-1"0"0,0-1 0 0 0,1 1 1 0 0,-1 0-1 0 0,1 0 0 0 0,1 0 1 0 0,-1 0-1 0 0,1 10 0 0 0,1-6 32 0 0,-1-1-1 0 0,2 1 0 0 0,-1-1 0 0 0,6 16 1 0 0,-6-22-366 0 0,0 1 1 0 0,1-1-1 0 0,-1 1 1 0 0,1-1-1 0 0,0 0 1 0 0,0 1 0 0 0,1-1-1 0 0,-1 0 1 0 0,1-1-1 0 0,-1 1 1 0 0,1 0 0 0 0,0-1-1 0 0,0 1 1 0 0,5 2-1 0 0,-3-2-72 0 0,0-1-1 0 0,0 0 1 0 0,0 0-1 0 0,0 0 1 0 0,0-1-1 0 0,0 0 1 0 0,1 0-1 0 0,-1 0 1 0 0,8 0 0 0 0,-2-1-53 0 0,-1-1 0 0 0,1 0 0 0 0,-1 0 0 0 0,0-1 0 0 0,0-1 0 0 0,0 1 1 0 0,0-2-1 0 0,0 1 0 0 0,0-1 0 0 0,10-7 0 0 0,-10 5-44 0 0,1-1 1 0 0,-2 0-1 0 0,1 0 0 0 0,-1-1 0 0 0,0 0 1 0 0,0-1-1 0 0,-1 0 0 0 0,-1 0 0 0 0,1-1 1 0 0,-1 0-1 0 0,-1 0 0 0 0,0 0 0 0 0,-1-1 1 0 0,1 0-1 0 0,-2 0 0 0 0,0-1 0 0 0,0 1 1 0 0,-1-1-1 0 0,-1 0 0 0 0,0 0 0 0 0,0 0 1 0 0,-1 0-1 0 0,-1 0 0 0 0,0 0 0 0 0,0 0 1 0 0,-4-17-1 0 0,0 12-203 0 0,0-1 0 0 0,-1 1 0 0 0,-15-32 0 0 0,17 43 98 0 0,0 0 1 0 0,0 0 0 0 0,-1 0 0 0 0,0 0 0 0 0,0 1 0 0 0,0-1 0 0 0,-1 1 0 0 0,1 0 0 0 0,-1 1 0 0 0,-1-1 0 0 0,1 1 0 0 0,-1 0 0 0 0,-6-4 0 0 0,8 7 71 0 0,0-1 1 0 0,0 1-1 0 0,1 0 1 0 0,-1 1-1 0 0,0-1 1 0 0,0 1 0 0 0,0-1-1 0 0,0 1 1 0 0,0 0-1 0 0,0 1 1 0 0,0-1 0 0 0,0 1-1 0 0,1 0 1 0 0,-1 0-1 0 0,0 0 1 0 0,0 0 0 0 0,1 0-1 0 0,-1 1 1 0 0,1 0-1 0 0,-7 4 1 0 0,-2 2 87 0 0,0 0 0 0 0,1 1-1 0 0,0 0 1 0 0,-12 15 0 0 0,11-11-106 0 0,1 1 0 0 0,1 0 0 0 0,0 1 0 0 0,1 0 0 0 0,0 0 0 0 0,1 0 0 0 0,1 1 0 0 0,1 1 0 0 0,0-1 0 0 0,-6 31 0 0 0,11-39-239 0 0,0-1 0 0 0,0 0 0 0 0,1 1 0 0 0,0-1 0 0 0,1 1 0 0 0,0-1 0 0 0,0 1 0 0 0,0-1 0 0 0,5 12 0 0 0,5 4-5004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66 14279 0 0,'-8'38'1868'0'0,"-12"76"833"0"0,19-102-2388 0 0,0 1 1 0 0,1 0-1 0 0,0 0 0 0 0,1 0 0 0 0,1-1 0 0 0,5 24 1 0 0,-5-31-199 0 0,-1-1 0 0 0,1 1 0 0 0,0 0 0 0 0,1-1 0 0 0,-1 1 1 0 0,1-1-1 0 0,0 1 0 0 0,0-1 0 0 0,0 0 0 0 0,1-1 0 0 0,-1 1 1 0 0,9 6-1 0 0,-9-8-60 0 0,-1 0 0 0 0,1-1 0 0 0,0 1-1 0 0,0-1 1 0 0,0 1 0 0 0,1-1 0 0 0,-1 0 0 0 0,0 0 0 0 0,0-1 0 0 0,1 1 0 0 0,-1-1 0 0 0,0 1 0 0 0,1-1 0 0 0,-1 0 0 0 0,0 0 0 0 0,1 0-1 0 0,-1-1 1 0 0,0 0 0 0 0,0 1 0 0 0,7-3 0 0 0,-2-1 14 0 0,0 0 0 0 0,0 0 1 0 0,0-1-1 0 0,0 0 0 0 0,-1-1 0 0 0,0 0 0 0 0,0 0 0 0 0,0 0 1 0 0,-1-1-1 0 0,1 0 0 0 0,-2 0 0 0 0,1 0 0 0 0,-1-1 0 0 0,6-12 1 0 0,-2 2-4 0 0,0-1 1 0 0,-2 0 0 0 0,0 0-1 0 0,-1-1 1 0 0,6-31-1 0 0,-9 34-170 0 0,-1 0-1 0 0,-1-1 1 0 0,0 0-1 0 0,-1 1 1 0 0,-1-1-1 0 0,-3-18 0 0 0,-1 23-2348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0 555 13359 0 0,'1'5'283'0'0,"0"-1"-132"0"0,0-1 0 0 0,0 1 0 0 0,0-1-1 0 0,1 1 1 0 0,2 5 0 0 0,-3-8-79 0 0,-1 0 0 0 0,1 0 0 0 0,0 0 0 0 0,0 0 0 0 0,0 0-1 0 0,0 0 1 0 0,0 0 0 0 0,1 0 0 0 0,-1 0 0 0 0,0-1 0 0 0,0 1 0 0 0,0 0 0 0 0,1-1-1 0 0,-1 1 1 0 0,0-1 0 0 0,1 0 0 0 0,-1 1 0 0 0,1-1 0 0 0,1 0 0 0 0,4 1 177 0 0,1-1 0 0 0,0-1 1 0 0,-1 1-1 0 0,1-1 0 0 0,-1-1 1 0 0,0 1-1 0 0,1-1 0 0 0,-1 0 0 0 0,0-1 1 0 0,0 0-1 0 0,0 0 0 0 0,11-7 1 0 0,2-4 164 0 0,1 0-1 0 0,28-27 1 0 0,-25 19-293 0 0,22-25 0 0 0,-37 36-206 0 0,-1 0 1 0 0,0 0-1 0 0,0 0 0 0 0,-1-1 0 0 0,6-15 1 0 0,-12 25 37 0 0,0 0 1 0 0,-1 0 0 0 0,1 0 0 0 0,0 0 0 0 0,-1 0 0 0 0,1 0 0 0 0,-1 0 0 0 0,0-1-1 0 0,0 1 1 0 0,0 0 0 0 0,0 0 0 0 0,0 0 0 0 0,0-1 0 0 0,-1 1 0 0 0,1 0 0 0 0,-1 0-1 0 0,1 0 1 0 0,-3-4 0 0 0,2 4 10 0 0,-1-1 1 0 0,0 1-1 0 0,0 0 0 0 0,0-1 0 0 0,0 1 0 0 0,0 0 1 0 0,0 0-1 0 0,-1 0 0 0 0,1 1 0 0 0,-1-1 0 0 0,1 1 1 0 0,-4-2-1 0 0,-5-2 9 0 0,-1 1 1 0 0,1 1-1 0 0,-1 0 0 0 0,0 0 1 0 0,-19-1-1 0 0,6 2 255 0 0,15 2 230 0 0,0-1 0 0 0,0 0 0 0 0,0 0 0 0 0,1-1 0 0 0,-1 0 0 0 0,-12-5-1 0 0,22 6-420 0 0,-1 1 0 0 0,0 0 0 0 0,0-1 0 0 0,0 1 0 0 0,0-1-1 0 0,1 0 1 0 0,-1 1 0 0 0,0-1 0 0 0,0 0 0 0 0,1 1-1 0 0,-1-1 1 0 0,0 0 0 0 0,1 0 0 0 0,-1 1 0 0 0,1-1-1 0 0,-1 0 1 0 0,1 0 0 0 0,0 0 0 0 0,-1 0 0 0 0,1 0-1 0 0,0 0 1 0 0,-1 0 0 0 0,1 0 0 0 0,0 0 0 0 0,0 0 0 0 0,0 0-1 0 0,0 0 1 0 0,0 0 0 0 0,0 0 0 0 0,0 0 0 0 0,0 0-1 0 0,1 0 1 0 0,-1 1 0 0 0,0-1 0 0 0,0 0 0 0 0,1 0-1 0 0,-1 0 1 0 0,1 0 0 0 0,0-1 0 0 0,3-5 36 0 0,-1 1 0 0 0,1 1 0 0 0,1-1 0 0 0,6-7-1 0 0,-10 11-42 0 0,19-18 15 0 0,0 1 0 0 0,1 1 0 0 0,0 0 0 0 0,43-25 0 0 0,6 5-6904 0 0,-38 23-611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23 7831 0 0,'0'3'868'0'0,"0"-12"373"0"0,0 8-915 0 0,0 0 1 0 0,0 0-1 0 0,0 0 1 0 0,0 0-1 0 0,0 0 1 0 0,0 0-1 0 0,0 0 1 0 0,0 0-1 0 0,1 0 1 0 0,-1 0-1 0 0,0 0 0 0 0,1 0 1 0 0,-1 1-1 0 0,1-1 1 0 0,0-2-1 0 0,0 4-99 0 0,0 0-1 0 0,-1 0 1 0 0,1 0-1 0 0,-1 0 0 0 0,1 0 1 0 0,-1 0-1 0 0,0 0 1 0 0,1 0-1 0 0,-1 0 1 0 0,0 0-1 0 0,0 0 1 0 0,1 0-1 0 0,-1 0 0 0 0,0 1 1 0 0,0-1-1 0 0,0 0 1 0 0,-1 1-1 0 0,2-1-63 0 0,0 69 1158 0 0,-3 0 1 0 0,-12 76-1 0 0,-34 138-878 0 0,31-195-46 0 0,15-73-346 0 0,0 0 0 0 0,0 20 0 0 0,2-36-52 0 0,0 0 0 0 0,0 0 0 0 0,0 1 0 0 0,0-1-1 0 0,0 0 1 0 0,0 0 0 0 0,0 0 0 0 0,0 0 0 0 0,-1 0 0 0 0,1 0 0 0 0,0 1 0 0 0,0-1-1 0 0,0 0 1 0 0,0 0 0 0 0,0 0 0 0 0,0 0 0 0 0,0 0 0 0 0,0 1 0 0 0,0-1 0 0 0,0 0-1 0 0,0 0 1 0 0,1 0 0 0 0,-1 0 0 0 0,0 0 0 0 0,0 0 0 0 0,0 1 0 0 0,0-1 0 0 0,0 0-1 0 0,0 0 1 0 0,0 0 0 0 0,0 0 0 0 0,0 0 0 0 0,0 0 0 0 0,0 0 0 0 0,0 1 0 0 0,1-1-1 0 0,-1 0 1 0 0,0 0 0 0 0,0 0 0 0 0,0 0 0 0 0,0 0 0 0 0,0 0 0 0 0,0 0 0 0 0,1 0-1 0 0,-1 0 1 0 0,0 0 0 0 0,0 0 0 0 0,0 0 0 0 0,0 0 0 0 0,0 0 0 0 0,0 0 0 0 0,1 0-1 0 0,5-7-269 0 0,4-15-238 0 0,-4 1-744 0 0,-1 0 0 0 0,3-32-1 0 0,-5 20-5954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21 155 2759 0 0,'-2'0'355'0'0,"-17"-11"12971"0"0,33-1-10100 0 0,1 2-2267 0 0,1 0 0 0 0,0 1 0 0 0,25-10 0 0 0,55-14-131 0 0,-87 30-762 0 0,121-33 533 0 0,-111 32-567 0 0,0 1 1 0 0,0 1-1 0 0,0 0 1 0 0,0 2-1 0 0,20 1 1 0 0,-35-1-222 0 0,0 1 0 0 0,0-1 0 0 0,1 1 0 0 0,-1 0 0 0 0,0 0 0 0 0,0 0 0 0 0,0 1 0 0 0,0-1 0 0 0,0 1 0 0 0,0 0 0 0 0,0 0 0 0 0,-1 0 0 0 0,6 5 0 0 0,3 6-7948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79 16127 0 0,'9'0'1096'0'0,"0"-2"-1"0"0,16-3 0 0 0,0 0-83 0 0,122-22 1759 0 0,-38 6-3487 0 0,-36 9-4959 0 0,-32 6-1547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92 17967 0 0,'-1'3'190'0'0,"0"-1"-1"0"0,0 1 1 0 0,1-1 0 0 0,-1 1-1 0 0,0-1 1 0 0,1 1-1 0 0,0 0 1 0 0,0-1 0 0 0,-1 1-1 0 0,2 4 1 0 0,-2 5-9 0 0,-3 32 235 0 0,2 0 0 0 0,2 0 0 0 0,2 0 1 0 0,1 0-1 0 0,3 0 0 0 0,1 0 0 0 0,15 47 0 0 0,-19-84-365 0 0,-1 0 0 0 0,1 0-1 0 0,1 0 1 0 0,-1 0 0 0 0,1 0-1 0 0,0-1 1 0 0,1 1 0 0 0,-1-1-1 0 0,12 10 1 0 0,-14-14-36 0 0,1 0-1 0 0,-1 0 1 0 0,0 0 0 0 0,1 0-1 0 0,0-1 1 0 0,-1 1-1 0 0,1-1 1 0 0,0 0 0 0 0,0 0-1 0 0,0 0 1 0 0,0 0-1 0 0,0 0 1 0 0,0-1 0 0 0,0 1-1 0 0,0-1 1 0 0,0 0-1 0 0,0 0 1 0 0,0 0 0 0 0,0 0-1 0 0,0 0 1 0 0,0-1 0 0 0,0 0-1 0 0,0 1 1 0 0,0-1-1 0 0,0 0 1 0 0,0 0 0 0 0,4-3-1 0 0,1-1 30 0 0,0 0-1 0 0,-1-1 1 0 0,1 0 0 0 0,-1 0-1 0 0,0-1 1 0 0,-1 0-1 0 0,0 0 1 0 0,0 0 0 0 0,7-13-1 0 0,4-8 160 0 0,18-42-1 0 0,-20 35-143 0 0,-2-2-1 0 0,13-55 0 0 0,4-78 118 0 0,-11 60-995 0 0,-17 104 278 0 0,-1 12-1778 0 0,-1 3-5634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5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0 616 1839 0 0,'9'11'15278'0'0,"-8"-12"-14953"0"0,7-2 5117 0 0,-1 0-5941 0 0,-4 0-359 0 0,0 1 954 0 0,-1-1 0 0 0,0 1 0 0 0,0-1 0 0 0,0 1 1 0 0,0-1-1 0 0,0 0 0 0 0,-1 0 0 0 0,1 0 0 0 0,-1 0 0 0 0,0 0 0 0 0,2-5 0 0 0,-1 3-14 0 0,67-220 1453 0 0,12-27-372 0 0,-80 251-1150 0 0,-1-1 0 0 0,1 1 0 0 0,-1 0 0 0 0,1-1 0 0 0,0 1 0 0 0,-1 0 0 0 0,1 0 0 0 0,0 0 0 0 0,0 0 0 0 0,0 0 0 0 0,0 0 0 0 0,0 0 0 0 0,0 0 0 0 0,0 0 0 0 0,0 0 0 0 0,2-1 0 0 0,-2 2-8 0 0,0 0-1 0 0,-1 0 0 0 0,1 0 1 0 0,0 0-1 0 0,-1 1 0 0 0,1-1 1 0 0,0 0-1 0 0,0 0 0 0 0,-1 0 1 0 0,1 1-1 0 0,0-1 1 0 0,-1 0-1 0 0,1 1 0 0 0,0-1 1 0 0,-1 0-1 0 0,1 1 0 0 0,-1-1 1 0 0,1 1-1 0 0,-1-1 0 0 0,1 1 1 0 0,-1-1-1 0 0,1 1 0 0 0,-1 0 1 0 0,1-1-1 0 0,-1 1 0 0 0,0-1 1 0 0,1 1-1 0 0,-1 0 0 0 0,0 0 1 0 0,1-1-1 0 0,-1 2 0 0 0,8 17-20 0 0,-1 0-1 0 0,-1 0 1 0 0,5 32-1 0 0,-4-21 6 0 0,9 38 24 0 0,2 12 46 0 0,30 83 0 0 0,-45-153-35 0 0,2 0-1 0 0,-1 0 1 0 0,1-1 0 0 0,1 0 0 0 0,12 16 0 0 0,-16-22-19 0 0,1 0 1 0 0,0-1 0 0 0,-1 1-1 0 0,1-1 1 0 0,0 0 0 0 0,0 0-1 0 0,0 0 1 0 0,0 0 0 0 0,5 1-1 0 0,-6-2-4 0 0,0 0-1 0 0,0-1 1 0 0,1 1-1 0 0,-1-1 1 0 0,0 0-1 0 0,0 0 1 0 0,0 0-1 0 0,0 0 1 0 0,1 0-1 0 0,-1 0 0 0 0,0-1 1 0 0,0 1-1 0 0,0-1 1 0 0,0 1-1 0 0,0-1 1 0 0,0 0-1 0 0,2-1 1 0 0,0 0 5 0 0,-1 0 0 0 0,0-1 0 0 0,0 1 1 0 0,0-1-1 0 0,0 0 0 0 0,0 0 0 0 0,0 0 1 0 0,-1 0-1 0 0,0 0 0 0 0,1-1 0 0 0,-1 1 0 0 0,2-7 1 0 0,3-7 101 0 0,8-25 0 0 0,-12 33-49 0 0,18-73 208 0 0,17-138 1 0 0,-15 74-205 0 0,-20 122-53 0 0,-2 15-24 0 0,1 0-1 0 0,0 0 0 0 0,3-10 0 0 0,-3 15-241 0 0,0 7-588 0 0,-1 8-4129 0 0,0 3-5262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3 646 5063 0 0,'-1'12'42'0'0,"-1"6"2509"0"0,2-17-2057 0 0,0 0 1 0 0,0 0 0 0 0,1 0-1 0 0,-1 0 1 0 0,0 0 0 0 0,0 0-1 0 0,1 0 1 0 0,-1 0-1 0 0,0 0 1 0 0,1 0 0 0 0,0 2-1 0 0,0-3-350 0 0,-1 1 1 0 0,0-1-1 0 0,1 0 0 0 0,-1 0 0 0 0,0 0 0 0 0,1 0 0 0 0,-1 0 1 0 0,0 1-1 0 0,1-1 0 0 0,-1 0 0 0 0,0 0 0 0 0,1 0 1 0 0,-1 0-1 0 0,0 0 0 0 0,1 0 0 0 0,-1 0 0 0 0,0 0 0 0 0,1 0 1 0 0,-1-1-1 0 0,0 1 0 0 0,1 0 0 0 0,-1 0 0 0 0,0 0 0 0 0,1 0 1 0 0,-1 0-1 0 0,0-1 0 0 0,1 1 0 0 0,-1 0 0 0 0,0 0 0 0 0,0 0 1 0 0,1-1-1 0 0,-1 1 0 0 0,0 0 0 0 0,0 0 0 0 0,0-1 0 0 0,1 1 1 0 0,-1 0-1 0 0,0-1 0 0 0,0 1 0 0 0,0 0 0 0 0,1-1 1 0 0,10-16 819 0 0,-10 15-598 0 0,14-25 492 0 0,-1-1 0 0 0,19-51 0 0 0,10-63 24 0 0,17-44-124 0 0,-55 175-703 0 0,1-4 48 0 0,0-1-1 0 0,1 1 0 0 0,1 0 1 0 0,1 1-1 0 0,13-18 0 0 0,-22 32-84 0 0,1-1 1 0 0,-1 0-1 0 0,1 0 0 0 0,-1 1 0 0 0,1-1 0 0 0,0 0 0 0 0,0 1 0 0 0,-1-1 0 0 0,1 1 0 0 0,0-1 0 0 0,0 1 0 0 0,0-1 0 0 0,-1 1 0 0 0,1 0 0 0 0,0-1 0 0 0,0 1 0 0 0,0 0 0 0 0,0 0 0 0 0,1-1 0 0 0,-1 1-6 0 0,0 1 0 0 0,-1-1-1 0 0,1 0 1 0 0,-1 0 0 0 0,1 1-1 0 0,0-1 1 0 0,-1 0 0 0 0,1 1 0 0 0,-1-1-1 0 0,1 1 1 0 0,-1-1 0 0 0,1 1-1 0 0,-1-1 1 0 0,1 1 0 0 0,-1-1-1 0 0,0 1 1 0 0,1-1 0 0 0,-1 1-1 0 0,0-1 1 0 0,1 2 0 0 0,2 4 27 0 0,-1 1 0 0 0,0 0 0 0 0,-1-1 0 0 0,2 10-1 0 0,-2-8-41 0 0,24 169 60 0 0,8 41-48 0 0,-33-217-5 0 0,5 20 42 0 0,7 21 1 0 0,-10-37-35 0 0,0 0 0 0 0,0 0-1 0 0,0-1 1 0 0,1 1 0 0 0,-1-1 0 0 0,1 1 0 0 0,0-1 0 0 0,0 0-1 0 0,1 0 1 0 0,4 4 0 0 0,-7-7-4 0 0,0 0 0 0 0,0 0 0 0 0,1-1 0 0 0,-1 1 0 0 0,0 0 0 0 0,0-1 0 0 0,0 1-1 0 0,1-1 1 0 0,-1 1 0 0 0,0-1 0 0 0,1 0 0 0 0,-1 0 0 0 0,0 1 0 0 0,1-1 0 0 0,-1 0 0 0 0,0 0 0 0 0,1 0 0 0 0,1-1-1 0 0,0 0 15 0 0,-1 1-1 0 0,0-1 0 0 0,1 0 0 0 0,-1 0 0 0 0,0 0 0 0 0,0-1 0 0 0,0 1 0 0 0,0 0 0 0 0,3-4 0 0 0,1 0 35 0 0,0-1 0 0 0,-1-1 0 0 0,0 1-1 0 0,0-1 1 0 0,4-8 0 0 0,2-8 31 0 0,0 0-1 0 0,-2-1 1 0 0,0 0-1 0 0,-2-1 1 0 0,6-34-1 0 0,11-129 32 0 0,-22 166-94 0 0,4-37-29 0 0,5-89-2320 0 0,-13 152-535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9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7831 0 0,'13'3'3703'0'0,"-12"-3"-3622"0"0,0 0 0 0 0,0 1 0 0 0,0-1 0 0 0,-1 0 1 0 0,1 0-1 0 0,0 1 0 0 0,0-1 0 0 0,0 0 0 0 0,0 0 0 0 0,0 0 0 0 0,0 0 0 0 0,0 0 0 0 0,0 0 0 0 0,0-1 1 0 0,0 1-1 0 0,0 0 0 0 0,-1 0 0 0 0,1-1 0 0 0,0 1 0 0 0,0 0 0 0 0,0-1 0 0 0,0 1 0 0 0,0-1 0 0 0,-1 1 1 0 0,1-1-1 0 0,0 0 0 0 0,-1 1 0 0 0,2-2 0 0 0,9-17 1731 0 0,-10 19-1738 0 0,-1-1 0 0 0,1 0 0 0 0,-1 0 0 0 0,1 0 1 0 0,-1 1-1 0 0,0-1 0 0 0,0 0 0 0 0,0 0 0 0 0,1 0 0 0 0,-1 0 0 0 0,0 0 0 0 0,-5-5 5186 0 0,2 16-5116 0 0,0 1 0 0 0,1-1 0 0 0,0 1 0 0 0,1 0 0 0 0,0 0 0 0 0,0 0 0 0 0,1 0 0 0 0,1 0 0 0 0,0 0 0 0 0,0-1 0 0 0,1 1-1 0 0,4 14 1 0 0,-4-20-103 0 0,0 1-1 0 0,0-1 0 0 0,1 0 0 0 0,-1 0 0 0 0,1 0 1 0 0,0 0-1 0 0,0 0 0 0 0,1 0 0 0 0,-1-1 0 0 0,1 0 0 0 0,6 6 1 0 0,-7-8-4 0 0,1 0 1 0 0,-1 0 0 0 0,1 0-1 0 0,-1 0 1 0 0,1 0 0 0 0,0-1 0 0 0,0 1-1 0 0,0-1 1 0 0,0 0 0 0 0,0 0-1 0 0,0-1 1 0 0,0 1 0 0 0,0-1-1 0 0,0 0 1 0 0,0 0 0 0 0,0 0-1 0 0,7-2 1 0 0,-5 1-8 0 0,0-1 0 0 0,0 0 0 0 0,1 0 1 0 0,-1-1-1 0 0,0 0 0 0 0,-1 0 0 0 0,1 0 0 0 0,-1-1 0 0 0,1 1 0 0 0,-1-1 0 0 0,0-1 0 0 0,0 1 0 0 0,-1-1 1 0 0,1 1-1 0 0,-1-1 0 0 0,0-1 0 0 0,0 1 0 0 0,3-7 0 0 0,-5 7-49 0 0,1 0 0 0 0,0 0 0 0 0,-1 0 0 0 0,0 0 0 0 0,0-1-1 0 0,-1 1 1 0 0,0-1 0 0 0,1 1 0 0 0,-2-1 0 0 0,1 0 0 0 0,-1 1 0 0 0,0-1 0 0 0,0 0 0 0 0,0 1 0 0 0,-1-1 0 0 0,0 1 0 0 0,0-1-1 0 0,0 0 1 0 0,-1 1 0 0 0,0 0 0 0 0,-3-6 0 0 0,5 9 10 0 0,-1 1-1 0 0,0-1 1 0 0,0 1-1 0 0,0-1 1 0 0,0 1-1 0 0,0-1 1 0 0,0 1 0 0 0,-1 0-1 0 0,1-1 1 0 0,0 1-1 0 0,-1 0 1 0 0,1 0-1 0 0,-1 0 1 0 0,1 0-1 0 0,-1 0 1 0 0,1 1 0 0 0,-3-2-1 0 0,3 2 6 0 0,0 0 1 0 0,0 0-1 0 0,0 0 0 0 0,0 0 1 0 0,0 0-1 0 0,0 1 0 0 0,0-1 1 0 0,0 0-1 0 0,0 0 0 0 0,0 1 1 0 0,0-1-1 0 0,0 1 0 0 0,0-1 0 0 0,0 1 1 0 0,1-1-1 0 0,-1 1 0 0 0,0 0 1 0 0,0-1-1 0 0,1 1 0 0 0,-1 0 1 0 0,0 0-1 0 0,1-1 0 0 0,-1 1 1 0 0,0 0-1 0 0,1 0 0 0 0,-1 0 1 0 0,1 0-1 0 0,0 0 0 0 0,-1 0 0 0 0,1 0 1 0 0,-1 1-1 0 0,0 3 17 0 0,-1 0 1 0 0,1 0-1 0 0,0 0 0 0 0,0 1 0 0 0,0-1 0 0 0,1 0 1 0 0,0 0-1 0 0,0 1 0 0 0,0-1 0 0 0,1 0 1 0 0,-1 1-1 0 0,1-1 0 0 0,1 0 0 0 0,-1 0 0 0 0,1 0 1 0 0,0 0-1 0 0,0 0 0 0 0,0 0 0 0 0,5 7 0 0 0,6 8 83 0 0,1 0 0 0 0,0-2-1 0 0,21 20 1 0 0,-17-18-55 0 0,3 3 189 0 0,-1 1 0 0 0,-1 1 0 0 0,-1 1 0 0 0,20 39 0 0 0,-33-56-158 0 0,-1 0 1 0 0,-1 1 0 0 0,1-1-1 0 0,-1 1 1 0 0,-1 0 0 0 0,0 0 0 0 0,0 0-1 0 0,-1 0 1 0 0,-1 0 0 0 0,1 0 0 0 0,-1 0-1 0 0,-1 0 1 0 0,0 0 0 0 0,-1 1 0 0 0,0-2-1 0 0,0 1 1 0 0,-7 17 0 0 0,3-14-26 0 0,0-1 1 0 0,-1 0-1 0 0,0-1 1 0 0,-1 1-1 0 0,0-1 1 0 0,-1-1-1 0 0,0 0 1 0 0,-1 0-1 0 0,0-1 1 0 0,0 0-1 0 0,-1 0 1 0 0,-20 11-1 0 0,23-15-57 0 0,-1-1 1 0 0,1 1-1 0 0,-1-1 0 0 0,0-1 0 0 0,-1 0 0 0 0,1 0 0 0 0,0-1 1 0 0,-1 0-1 0 0,1-1 0 0 0,-1 0 0 0 0,0 0 0 0 0,1-1 0 0 0,-1 0 1 0 0,0-1-1 0 0,1 0 0 0 0,-1-1 0 0 0,0 0 0 0 0,-15-5 0 0 0,20 5-341 0 0,1 0 0 0 0,0 0 0 0 0,-1-1-1 0 0,1 1 1 0 0,0-1 0 0 0,-6-6 0 0 0,-5-8-8960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2.7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3553 5527 0 0,'0'-9'976'0'0,"9"0"678"0"0,1-1-1483 0 0,1 1 1 0 0,0 0 0 0 0,1 1-1 0 0,0 0 1 0 0,19-9-1 0 0,70-24-167 0 0,-48 21 301 0 0,79-32 137 0 0,162-67 670 0 0,430-153 85 0 0,200-27-1116 0 0,-382 135-80 0 0,6 20-12 0 0,-524 138 9 0 0,994-220-167 0 0,-46 39-186 0 0,11 6 275 0 0,-329 64 64 0 0,490-103 16 0 0,-121 38-68 0 0,-927 166 62 0 0,1619-218-112 0 0,-1359 194 118 0 0,168-17 0 0 0,453-33 0 0 0,-180 21 95 0 0,97-8 68 0 0,135-19 155 0 0,-542 52-158 0 0,40-3 19 0 0,-370 35-122 0 0,359-30 147 0 0,440-48 362 0 0,275-26 872 0 0,-907 87-860 0 0,1269-106 1726 0 0,-478 85-1148 0 0,-372 53-1062 0 0,-191 26-704 0 0,-448-18-44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3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1 5527 0 0,'-5'0'726'0'0,"0"0"-1"0"0,1 0 1 0 0,-1 1-1 0 0,0 0 0 0 0,1 0 1 0 0,-1 0-1 0 0,1 0 1 0 0,0 0-1 0 0,-1 1 1 0 0,-4 3-1 0 0,7-4-610 0 0,0 0 0 0 0,1 0 1 0 0,-1 0-1 0 0,1 1 0 0 0,-1-1 0 0 0,1 1 1 0 0,-1-1-1 0 0,1 1 0 0 0,0-1 1 0 0,0 1-1 0 0,0 0 0 0 0,0 0 0 0 0,0 0 1 0 0,0 0-1 0 0,0 0 0 0 0,0-1 0 0 0,1 1 1 0 0,-1 0-1 0 0,1 1 0 0 0,0-1 0 0 0,-1 0 1 0 0,1 4-1 0 0,0 5-1060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7.8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29 5063 0 0,'0'0'72'0'0,"-1"0"0"0"0,1 0 0 0 0,-1 1 0 0 0,1-1 0 0 0,0 0 0 0 0,0 0 0 0 0,-1 1 0 0 0,1-1 0 0 0,0 0 0 0 0,0 1 0 0 0,-1-1 0 0 0,1 0 0 0 0,0 1 0 0 0,0-1 0 0 0,0 0 0 0 0,-1 1 0 0 0,1-1 0 0 0,0 1 0 0 0,0-1 0 0 0,0 0 0 0 0,0 1 0 0 0,0-1 0 0 0,0 1 0 0 0,0-1 0 0 0,0 0 0 0 0,0 1 0 0 0,0-1 0 0 0,0 1-1 0 0,0-1 1 0 0,0 0 0 0 0,0 1 0 0 0,0-1 0 0 0,0 0 0 0 0,1 1 0 0 0,14 7 6048 0 0,-7-9-5031 0 0,127-26 4607 0 0,-118 24-5317 0 0,20-4 547 0 0,54-3 0 0 0,-78 10-836 0 0,0 0-1 0 0,0 1 1 0 0,0 0 0 0 0,-1 1 0 0 0,1 1-1 0 0,-1 0 1 0 0,1 0 0 0 0,13 7 0 0 0,12 9 93 0 0,-2 1 0 0 0,41 30 0 0 0,-47-29-44 0 0,2-1 0 0 0,0-2 0 0 0,48 21 0 0 0,-49-29-110 0 0,2 0 1 0 0,-1-2-1 0 0,38 4 0 0 0,100 3 197 0 0,-11-2-86 0 0,-142-10-110 0 0,-1 0 0 0 0,1 1 0 0 0,-1 1 0 0 0,0 1 0 0 0,0 0 0 0 0,16 9 0 0 0,83 57 58 0 0,-83-50-93 0 0,-19-15 67 0 0,-12-7-60 0 0,0 1 1 0 0,0-1-1 0 0,0 1 0 0 0,0-1 1 0 0,0 1-1 0 0,0 0 1 0 0,0-1-1 0 0,0 1 0 0 0,0 0 1 0 0,0 0-1 0 0,1 1 1 0 0,-2-1-5 0 0,0 0 0 0 0,0 0 1 0 0,1 0-1 0 0,-1-1 0 0 0,0 1 0 0 0,0 0 1 0 0,0 0-1 0 0,0 0 0 0 0,0 0 0 0 0,0 0 1 0 0,-1 0-1 0 0,1 0 0 0 0,0-1 0 0 0,0 1 1 0 0,-1 0-1 0 0,1 0 0 0 0,0 0 1 0 0,-1 0-1 0 0,0 1 0 0 0,0 0 2 0 0,-1 1 0 0 0,1-1 0 0 0,0 0 0 0 0,-1 1 0 0 0,0-1 0 0 0,1 0 0 0 0,-1 0 0 0 0,0 0 0 0 0,0 0 0 0 0,0-1 0 0 0,-3 3 0 0 0,4-3 0 0 0,-1-1 0 0 0,0 1 0 0 0,1 0 0 0 0,-1-1 0 0 0,0 1 0 0 0,0-1 0 0 0,1 0 0 0 0,-1 1 0 0 0,0-1 0 0 0,0 0 0 0 0,1 0 0 0 0,-1 0 0 0 0,0 0 0 0 0,0-1 0 0 0,1 1 0 0 0,-1 0 0 0 0,0-1 0 0 0,-2 0 0 0 0,-7-3-5 0 0,0-1-1 0 0,-17-9 1 0 0,-17-10-1884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36 727 3223 0 0,'-35'-15'15754'0'0,"42"10"-14976"0"0,315-184 2585 0 0,-117 75-2753 0 0,94-68 308 0 0,42-1-1464 0 0,-303 163-5288 0 0,-5 2-2009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8287 0 0,'-2'5'492'0'0,"1"0"0"0"0,-1 0 0 0 0,1 0 0 0 0,1 0 0 0 0,-1 0 0 0 0,1 0 0 0 0,-1 0 0 0 0,2 0 0 0 0,-1 5 0 0 0,1 7 75 0 0,12 342 7540 0 0,-1-79-6776 0 0,-8-121-1957 0 0,25 164 1 0 0,-20-276-7249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1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4486 2303 0 0,'0'-1'33'0'0,"0"0"-1"0"0,0 0 0 0 0,1 1 0 0 0,-1-1 0 0 0,1 0 1 0 0,-1 1-1 0 0,1-1 0 0 0,-1 0 0 0 0,1 1 0 0 0,-1-1 1 0 0,1 0-1 0 0,0 1 0 0 0,-1-1 0 0 0,1 1 0 0 0,0-1 0 0 0,1 0 1 0 0,18-9 732 0 0,-12 5-631 0 0,232-148 3057 0 0,55-31-893 0 0,68 9-530 0 0,-57 31-937 0 0,638-276-494 0 0,-547 271-337 0 0,-186 71 0 0 0,561-173 208 0 0,-506 171-168 0 0,294-71-40 0 0,235-68 2 0 0,-364 95-16 0 0,198-62-36 0 0,113-31 168 0 0,-706 207-122 0 0,964-247 72 0 0,-620 163-68 0 0,322-73 0 0 0,-122 39 0 0 0,211-43 0 0 0,59 5 0 0 0,-183 48-65 0 0,2 14-63 0 0,-471 74 133 0 0,957-136-65 0 0,-816 118 60 0 0,291-35 0 0 0,-69 18 148 0 0,84-8 148 0 0,-382 45-157 0 0,840-78 366 0 0,-746 77-385 0 0,280-18 440 0 0,-458 38-381 0 0,486-19 332 0 0,-120 31-49 0 0,-7 52-654 0 0,-392-26-920 0 0,-84-12-3872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2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 3 2759 0 0,'-78'1'3100'0'0,"4"-2"1456"0"0,68 1-2695 0 0,10-1-178 0 0,12 0 148 0 0,6 4-1118 0 0,0 1 1 0 0,-1 2-1 0 0,0 0 0 0 0,22 9 0 0 0,81 43 351 0 0,-93-43-786 0 0,-21-10-222 0 0,250 115 1073 0 0,-125-63-806 0 0,57 22-22 0 0,168 63-129 0 0,-322-127-172 0 0,42 21 0 0 0,-68-29 0 0 0,0 0 0 0 0,-1 0 0 0 0,0 1 0 0 0,-1 0 0 0 0,1 1 0 0 0,-2 0 0 0 0,14 16 0 0 0,-21-23 0 0 0,0 1 0 0 0,0-1 0 0 0,0 1 0 0 0,-1 0 0 0 0,1-1 0 0 0,-1 1 0 0 0,1 0 0 0 0,-1 0 0 0 0,0 0 0 0 0,0 0 0 0 0,0 5 0 0 0,-1-6 0 0 0,0 0 0 0 0,0 0 0 0 0,-1 0 0 0 0,1 0 0 0 0,0 0 0 0 0,-1 0 0 0 0,0 0 0 0 0,1 0 0 0 0,-1 0 0 0 0,0 0 0 0 0,0-1 0 0 0,0 1 0 0 0,0 0 0 0 0,0-1 0 0 0,0 1 0 0 0,-1 0 0 0 0,1-1 0 0 0,-1 0 0 0 0,-1 3 0 0 0,-5 1 0 0 0,1 1 0 0 0,-1-1 0 0 0,0 0 0 0 0,0 0 0 0 0,0-1 0 0 0,-12 4 0 0 0,-55 16 0 0 0,59-20 0 0 0,-128 33 0 0 0,-71 23 0 0 0,-110 62-141 0 0,70-24 2 0 0,145-59 44 0 0,-394 156-130 0 0,353-131 78 0 0,29-14-2870 0 0,90-35-3859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3.1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569 0 5063 0 0,'-2'2'93'0'0,"0"-1"-1"0"0,0 0 0 0 0,0 1 1 0 0,0-1-1 0 0,1 1 0 0 0,-1 0 1 0 0,0 0-1 0 0,1 0 0 0 0,0-1 0 0 0,-1 1 1 0 0,1 1-1 0 0,-2 2 0 0 0,-7 11 1234 0 0,-34 48 1581 0 0,-52 104 0 0 0,-21 78 800 0 0,-16 64-668 0 0,90-212-2513 0 0,-42 149 0 0 0,80-227-562 0 0,1 1 0 0 0,0-1 0 0 0,0 22 0 0 0,4-32-26 0 0,0-1 1 0 0,0 1-1 0 0,1 0 1 0 0,1 0-1 0 0,-1-1 1 0 0,2 1-1 0 0,-1-1 1 0 0,6 14-1 0 0,12 13-218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17.9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36 2303 0 0,'-24'2'4608'0'0,"29"-6"-4408"0"0,0 0-138 0 0,24-17-25 0 0,-27 20 8 0 0,0 0 0 0 0,1 0 0 0 0,-1 0 0 0 0,0 0 0 0 0,0 0 0 0 0,0 0 0 0 0,1 1 0 0 0,-1-1 0 0 0,1 1 0 0 0,-1 0 0 0 0,0-1-1 0 0,1 1 1 0 0,4 1 0 0 0,-6-1 13 0 0,0 1-1 0 0,0-1 0 0 0,1 1 1 0 0,-1 0-1 0 0,0-1 0 0 0,0 1 0 0 0,0 0 1 0 0,0 0-1 0 0,0 0 0 0 0,0 0 1 0 0,0 0-1 0 0,0 0 0 0 0,0 0 1 0 0,0 0-1 0 0,0 0 0 0 0,-1 1 0 0 0,1-1 1 0 0,-1 0-1 0 0,1 1 0 0 0,-1-1 1 0 0,1 0-1 0 0,-1 1 0 0 0,1-1 1 0 0,-1 0-1 0 0,0 1 0 0 0,0 2 0 0 0,1 4 272 0 0,-1 0-1 0 0,0 0 0 0 0,-1 9 0 0 0,-3 7 501 0 0,2-21-592 0 0,1 1-1 0 0,1 0 1 0 0,-1-1 0 0 0,0 1-1 0 0,1 0 1 0 0,0-1 0 0 0,0 1-1 0 0,0 0 1 0 0,0 0 0 0 0,1-1-1 0 0,-1 1 1 0 0,3 6 0 0 0,-2-7-125 0 0,1-1 1 0 0,-1 0-1 0 0,1 0 1 0 0,0 0-1 0 0,0 0 1 0 0,0 0-1 0 0,0 0 1 0 0,0-1-1 0 0,0 1 1 0 0,0 0-1 0 0,0-1 1 0 0,1 0 0 0 0,-1 0-1 0 0,1 1 1 0 0,-1-2-1 0 0,1 1 1 0 0,-1 0-1 0 0,1 0 1 0 0,3 0-1 0 0,9-5 8 0 0,0 0 0 0 0,0-1 0 0 0,-1 0 0 0 0,0-1 0 0 0,20-11-1 0 0,3-2 354 0 0,13-5-58 0 0,-20 8-190 0 0,34-11-1 0 0,-54 23-207 0 0,1 1 0 0 0,0 0 0 0 0,1 1 0 0 0,-1 0 0 0 0,0 0 0 0 0,0 2 0 0 0,14-1 0 0 0,5 3 42 0 0,1 1 14 0 0,-1-2 1 0 0,0-1-1 0 0,37-6 0 0 0,-34 1-76 0 0,0-1 13 0 0,41-3 0 0 0,-64 9 7 0 0,0 0 1 0 0,1 0 0 0 0,-1 1-1 0 0,1 1 1 0 0,-1 0 0 0 0,0 0 0 0 0,0 1-1 0 0,12 4 1 0 0,-14-4 40 0 0,1 0-1 0 0,-1 0 1 0 0,1-1-1 0 0,-1 0 1 0 0,1-1-1 0 0,-1 0 1 0 0,1 0-1 0 0,17-2 1 0 0,-6-1 66 0 0,-1 0-33 0 0,0 0 0 0 0,18-6 0 0 0,-21 5-28 0 0,1 0 1 0 0,-1 1 0 0 0,0 0-1 0 0,0 2 1 0 0,1 0-1 0 0,-1 0 1 0 0,1 2-1 0 0,17 3 1 0 0,1-1-10 0 0,-1-2 0 0 0,0-2 0 0 0,66-7 0 0 0,-89 6-53 0 0,7 1-1 0 0,24 1 0 0 0,-25 0 0 0 0,-1-1 0 0 0,18-2 0 0 0,-28 2 10 0 0,0 0-1 0 0,1 0 1 0 0,-1 1-1 0 0,0 0 1 0 0,0 0-1 0 0,0 0 1 0 0,0 1-1 0 0,0-1 1 0 0,0 2-1 0 0,6 2 1 0 0,12 4 23 0 0,11-3 123 0 0,-14-3-90 0 0,-7-1-66 0 0,-12-2 0 0 0,0 0 0 0 0,0 0 0 0 0,0 1 0 0 0,-1-1 0 0 0,1 0 0 0 0,0 1 0 0 0,0 0 0 0 0,0-1 0 0 0,0 1 0 0 0,-1 0 0 0 0,1 0 0 0 0,0 0 0 0 0,-1 0 0 0 0,1 0 0 0 0,-1 0 0 0 0,1 1 0 0 0,-1-1 0 0 0,1 0 0 0 0,-1 1 0 0 0,0-1 0 0 0,2 4 0 0 0,6 18-2586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25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76 1839 0 0,'4'-16'8696'0'0,"-3"15"-8719"0"0,8-5 622 0 0,0-1-1 0 0,0 0 1 0 0,-1 0-1 0 0,0-1 1 0 0,12-14 607 0 0,-20 22-1159 0 0,0-1 0 0 0,1 1-1 0 0,-1 0 1 0 0,0 0 0 0 0,1 0 0 0 0,-1 0-1 0 0,0 0 1 0 0,1 0 0 0 0,-1 0 0 0 0,0 0-1 0 0,1 0 1 0 0,-1 0 0 0 0,1 0 0 0 0,-1 0-1 0 0,14 6 987 0 0,-2-1-7 0 0,-7-2-993 0 0,2 1 85 0 0,0-1 0 0 0,0 0 0 0 0,0 0 0 0 0,12 3 0 0 0,3-2 154 0 0,-1 1 0 0 0,22 8-1 0 0,-25-7-87 0 0,0 0 0 0 0,0-2 0 0 0,27 4 0 0 0,-4-4 69 0 0,4 0-166 0 0,72-2-1 0 0,-12-4-88 0 0,39-3 68 0 0,-19-12 62 0 0,-84 14-80 0 0,0 1-1 0 0,54 5 1 0 0,-8-1 1 0 0,-18-4-51 0 0,-39 0 8 0 0,55 4 1 0 0,-77-2-3 0 0,-1 0 0 0 0,0 0 0 0 0,1-1 0 0 0,-1 0 0 0 0,0 0 0 0 0,0 0 1 0 0,1-1-1 0 0,-1 0 0 0 0,0-1 0 0 0,-1 1 0 0 0,1-2 0 0 0,9-5 0 0 0,-12 8-4 0 0,-1-1 0 0 0,0 1 0 0 0,0 0 0 0 0,0 0 0 0 0,1 0 0 0 0,-1 0 0 0 0,0 0 0 0 0,7 1 0 0 0,-12 3-213 0 0,-3 1-466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39.0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7 104 5063 0 0,'-7'14'8399'0'0,"14"-13"-7719"0"0,-1-1-591 0 0,79 2 2695 0 0,-14-3-803 0 0,78 7-1 0 0,-43 0-1421 0 0,-49-6-375 0 0,72-11 0 0 0,-15 1-63 0 0,70 5 64 0 0,-78 4 2 0 0,175-25 0 0 0,-34-4-127 0 0,-96 14-64 0 0,-118 10-174 0 0,39-12-1 0 0,-41 10-1266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46.38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97 1375 0 0,'13'4'6856'0'0,"0"0"-6269"0"0,1 0-1 0 0,0-1 1 0 0,0 0-1 0 0,1-2 1 0 0,27 1-1 0 0,-11-4-197 0 0,-5 0 312 0 0,45-8 0 0 0,40-10 684 0 0,125-7 0 0 0,-234 26-1385 0 0,118-16 176 0 0,-44 4 235 0 0,-45 9-73 0 0,-1 2-1 0 0,56 3 1 0 0,-75 1-284 0 0,1 0 0 0 0,16 5-1 0 0,-16-3-44 0 0,-1-2-1 0 0,14 3 1 0 0,-20-5 0 0 0,0 2-1 0 0,1-1 1 0 0,8 4 0 0 0,15 2 9 0 0,-26-6-18 0 0,5 0 0 0 0,0 0 0 0 0,0-1 0 0 0,-1 0 0 0 0,1 0 0 0 0,0-1 0 0 0,16-3 0 0 0,-21 4-1 0 0,0-1 0 0 0,1 0 0 0 0,-1-1 1 0 0,0 1-1 0 0,0 0 0 0 0,1-1 0 0 0,-1 0 0 0 0,-1 0 0 0 0,1 0 0 0 0,0 0 0 0 0,0 0 0 0 0,2-4 0 0 0,-4 3-248 0 0,1 0 0 0 0,-1 0 0 0 0,0 0 0 0 0,-1 0 0 0 0,1 0 0 0 0,0 0 0 0 0,-1-1 0 0 0,0-2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25.84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1839 0 0,'0'0'134'0'0,"8"1"408"0"0,-1 0 1 0 0,1 0-1 0 0,-1 1 1 0 0,0 0-1 0 0,1 0 1 0 0,-1 1-1 0 0,9 4 1 0 0,14 5 1253 0 0,19 7 102 0 0,-33-12-1036 0 0,1 0 0 0 0,-1-2-1 0 0,29 7 1 0 0,-5-6 55 0 0,65 2-1 0 0,-63-10-467 0 0,1-2 0 0 0,54-13 0 0 0,-60 10-164 0 0,-17 4-22 0 0,24 0 0 0 0,-4 1 67 0 0,-20 0-153 0 0,-1 1 67 0 0,30-7-1 0 0,-28 5-126 0 0,1 1 0 0 0,-1 1 0 0 0,1 0 0 0 0,31 4-1 0 0,-39-2-60 0 0,206 16 520 0 0,-149-9-576 0 0,-33-3 0 0 0,42 0 0 0 0,24 0 224 0 0,-82-4-220 0 0,-17 0 5 0 0,0-1 0 0 0,0 0-1 0 0,0 0 1 0 0,0 0 0 0 0,0 0-1 0 0,0-1 1 0 0,0 0 0 0 0,0 0-1 0 0,6-2 1 0 0,20-7 189 0 0,-24 8-199 0 0,0 0 1 0 0,0 0 0 0 0,7-4 0 0 0,-3 4 21 0 0,-11 2-28 0 0,0 0 0 0 0,0 0 0 0 0,0 0 0 0 0,1 0-1 0 0,-1 0 1 0 0,0 0 0 0 0,0 0 0 0 0,1 0 0 0 0,-1 0 0 0 0,0 0 0 0 0,0 0 0 0 0,0 0 0 0 0,1 0 0 0 0,-1 0 0 0 0,0 0 0 0 0,0 0 0 0 0,0 1 0 0 0,1-1 0 0 0,-1 0 0 0 0,0 0 0 0 0,0 0 0 0 0,0 0 0 0 0,0 0 0 0 0,1 1 0 0 0,-1-1 0 0 0,0 0 0 0 0,0 0 0 0 0,0 0 0 0 0,0 1 0 0 0,0-1 0 0 0,0 0 0 0 0,0 0 0 0 0,1 0 0 0 0,-1 1 0 0 0,0-1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30 3223 0 0,'0'-2'334'0'0,"-1"0"-1"0"0,1 1 0 0 0,0-1 1 0 0,0 1-1 0 0,-1-1 0 0 0,1 1 1 0 0,-1-1-1 0 0,1 1 0 0 0,-1-1 1 0 0,-10-11 5531 0 0,10 21-5032 0 0,-3 175 2687 0 0,3-43-1936 0 0,-36 330 1414 0 0,17-254-2337 0 0,16-179-630 0 0,2 1 0 0 0,4 44 0 0 0,-2-81-30 0 0,0 0 1 0 0,0 0-1 0 0,0 0 0 0 0,0 0 0 0 0,0 0 1 0 0,1 0-1 0 0,-1 0 0 0 0,0 0 1 0 0,1-1-1 0 0,-1 1 0 0 0,0 0 0 0 0,1 0 1 0 0,-1 0-1 0 0,1-1 0 0 0,0 1 0 0 0,-1 0 1 0 0,1 0-1 0 0,3-3-313 0 0,-2-9-792 0 0,-2-3-3947 0 0,0-3-1689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6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18 102 2303 0 0,'-5'-4'85'0'0,"4"3"-57"0"0,0 1 0 0 0,0-1 1 0 0,-1 0-1 0 0,1 0 0 0 0,0-1 0 0 0,0 1 0 0 0,0 0 1 0 0,0 0-1 0 0,1 0 0 0 0,-2-3 0 0 0,2 4 64 0 0,0 0 0 0 0,0 0 0 0 0,0-1-1 0 0,0 1 1 0 0,0 0 0 0 0,0-1 0 0 0,0 1 0 0 0,0 0-1 0 0,0-1 1 0 0,0 1 0 0 0,0 0 0 0 0,0 0 0 0 0,1-1-1 0 0,-1 1 1 0 0,0 0 0 0 0,0 0 0 0 0,0-1 0 0 0,0 1-1 0 0,1 0 1 0 0,-1 0 0 0 0,0 0 0 0 0,0-1 0 0 0,1 1-1 0 0,-1 0 1 0 0,0 0 0 0 0,0 0 0 0 0,1 0 0 0 0,-1-1-1 0 0,11-5 1396 0 0,-8 4-1028 0 0,6-2 580 0 0,1 0 0 0 0,-1 0 0 0 0,1 1 0 0 0,17-4 0 0 0,45-4 2002 0 0,-39 7-2133 0 0,206-20 3008 0 0,0 16-4421 0 0,-218 9-1225 0 0,-3 1-4850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 13359 0 0,'3'0'1184'0'0,"-1"0"-944"0"0,4 0-240 0 0,0-3 0 0 0,3 3 744 0 0,-1-3 104 0 0,10 0 16 0 0,11-2 8 0 0,12-4-72 0 0,5 3-8 0 0,3 0-8 0 0,4 3 0 0 0,-4 0-496 0 0,-3 3-96 0 0,-2 0-16 0 0,2 3-8 0 0,-2-3-536 0 0,2 3-112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8 3679 0 0,'-3'-1'253'0'0,"1"0"0"0"0,-1 0-1 0 0,1 0 1 0 0,-1 0 0 0 0,0 0-1 0 0,1 1 1 0 0,-1-1-1 0 0,0 1 1 0 0,1 0 0 0 0,-1 0-1 0 0,0 0 1 0 0,1 0-1 0 0,-1 0 1 0 0,0 0 0 0 0,0 1-1 0 0,1 0 1 0 0,-1-1 0 0 0,1 1-1 0 0,-1 0 1 0 0,0 0-1 0 0,1 0 1 0 0,0 1 0 0 0,-1-1-1 0 0,-2 3 1 0 0,1-1 97 0 0,1 0 1 0 0,-1 0-1 0 0,1 1 1 0 0,0-1-1 0 0,0 1 1 0 0,0 0-1 0 0,0 0 1 0 0,1 0-1 0 0,-1 0 1 0 0,1 1-1 0 0,0-1 1 0 0,1 1-1 0 0,-2 4 1 0 0,-2 15 861 0 0,0 1 0 0 0,0 31-1 0 0,2-24-566 0 0,-10 194 1793 0 0,14-170-2008 0 0,14 112 0 0 0,-12-150-389 0 0,1-2-1 0 0,0 1 1 0 0,2 0-1 0 0,-1-1 0 0 0,16 28 1 0 0,-17-36-29 0 0,1 0 1 0 0,0 0-1 0 0,1-1 0 0 0,0 1 1 0 0,0-1-1 0 0,0-1 1 0 0,1 1-1 0 0,0-1 1 0 0,0 0-1 0 0,1-1 1 0 0,0 0-1 0 0,11 6 0 0 0,-13-8-6 0 0,0-1 0 0 0,0 1 0 0 0,0-1 0 0 0,0-1 0 0 0,0 1-1 0 0,1-1 1 0 0,-1 0 0 0 0,1-1 0 0 0,-1 1 0 0 0,1-1 0 0 0,-1 0-1 0 0,1-1 1 0 0,10-2 0 0 0,-8 1 6 0 0,-1-1-1 0 0,1 0 1 0 0,-1-1-1 0 0,1 0 1 0 0,-1 0-1 0 0,-1-1 1 0 0,1 0-1 0 0,13-11 1 0 0,-5 0 23 0 0,0 0 0 0 0,-1-1 1 0 0,0-1-1 0 0,-1-1 0 0 0,-2 0 0 0 0,20-38 0 0 0,-9 7 149 0 0,-2 0-1 0 0,-3-1 0 0 0,14-60 0 0 0,-5-26-1187 0 0,-8 0-5360 0 0,-16 113-806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8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1 964 6911 0 0,'16'-65'1522'0'0,"45"-112"0"0"0,41-52 1788 0 0,-99 223-3222 0 0,19-41 1570 0 0,2 2 0 0 0,57-83 0 0 0,-74 120-1207 0 0,0-1 0 0 0,0 2-1 0 0,0-1 1 0 0,12-8 0 0 0,-17 14-363 0 0,0 1 1 0 0,0 0-1 0 0,1-1 1 0 0,-1 1-1 0 0,0 0 0 0 0,0 0 1 0 0,1 1-1 0 0,-1-1 1 0 0,1 0-1 0 0,2 0 1 0 0,-3 1-52 0 0,-1 0 0 0 0,1 0 0 0 0,-1 0 0 0 0,0 1 0 0 0,1-1 0 0 0,-1 0 0 0 0,1 1 0 0 0,-1-1 0 0 0,0 0 0 0 0,0 1 0 0 0,1 0 0 0 0,-1-1 0 0 0,0 1 0 0 0,0 0 0 0 0,1 0 0 0 0,-1-1 0 0 0,0 1 0 0 0,0 0 0 0 0,1 2 0 0 0,2 2 3 0 0,0 1 0 0 0,0-1 1 0 0,-1 1-1 0 0,0 0 0 0 0,0-1 1 0 0,-1 1-1 0 0,1 1 0 0 0,-1-1 1 0 0,-1 0-1 0 0,3 11 0 0 0,-1 9 141 0 0,1 34 0 0 0,-3-27-137 0 0,3 54-44 0 0,-3-42 0 0 0,1 0 0 0 0,15 73 0 0 0,-15-111 0 0 0,0 0 0 0 0,0 0 0 0 0,0-1 0 0 0,1 1 0 0 0,0-1 0 0 0,6 10 0 0 0,-8-14 0 0 0,0-1 0 0 0,0 0 0 0 0,0 0 0 0 0,0 1 0 0 0,0-1 0 0 0,0 0 0 0 0,1 0 0 0 0,-1 0 0 0 0,0 0 0 0 0,1 0 0 0 0,-1 0 0 0 0,0 0 0 0 0,1-1 0 0 0,-1 1 0 0 0,1 0 0 0 0,-1-1 0 0 0,1 1 0 0 0,-1-1 0 0 0,1 0 0 0 0,0 1 0 0 0,-1-1 0 0 0,1 0 0 0 0,-1 0 0 0 0,1 0 0 0 0,0 0 0 0 0,-1 0 0 0 0,1 0 0 0 0,-1-1 0 0 0,1 1 0 0 0,0 0 0 0 0,-1-1 0 0 0,1 1 0 0 0,-1-1 0 0 0,1 0 0 0 0,1 0 0 0 0,2-3 8 0 0,1 0 0 0 0,-1 0 0 0 0,0-1 0 0 0,0 1 0 0 0,0-1 0 0 0,-1 0 0 0 0,0-1 0 0 0,0 1 0 0 0,4-7 0 0 0,3-6 48 0 0,13-32 0 0 0,0-12 125 0 0,19-72-1 0 0,6-68 53 0 0,-17 64-228 0 0,-30 133-22 0 0,3-17-132 0 0,1 1 0 0 0,13-32 0 0 0,-9 39-284 0 0,-10 14 373 0 0,0-1 0 0 0,0 1 0 0 0,0 0 0 0 0,1-1 0 0 0,-1 1 1 0 0,0 0-1 0 0,0 0 0 0 0,1 0 0 0 0,-1-1 0 0 0,0 1 0 0 0,0 0 1 0 0,1 0-1 0 0,-1 0 0 0 0,0-1 0 0 0,1 1 0 0 0,-1 0 0 0 0,0 0 1 0 0,1 0-1 0 0,-1 0 0 0 0,0 0 0 0 0,1 0 0 0 0,-1 0 0 0 0,0 0 1 0 0,1 0-1 0 0,-1 0 0 0 0,0 0 0 0 0,1 0 0 0 0,-1 0 0 0 0,0 0 1 0 0,1 0-1 0 0,-1 0 0 0 0,0 0 0 0 0,1 1 0 0 0,-1-1 0 0 0,0 0 1 0 0,1 0-1 0 0,-1 0 0 0 0,0 1 0 0 0,0-1 0 0 0,1 0 0 0 0,-1 0 1 0 0,0 0-1 0 0,0 1 0 0 0,1-1 0 0 0,-1 0 0 0 0,0 1 0 0 0,0-1 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2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6 967 9671 0 0,'-1'-3'135'0'0,"0"0"0"0"0,0 0-1 0 0,0 0 1 0 0,1 1 0 0 0,-1-1-1 0 0,1 0 1 0 0,-1 0 0 0 0,1 0 0 0 0,0 0-1 0 0,0 0 1 0 0,1-1 0 0 0,-1-2-1 0 0,12-38 1761 0 0,-6 25-1227 0 0,21-71 2019 0 0,56-125 1 0 0,-62 170-2087 0 0,2 1 1 0 0,2 1-1 0 0,2 1 1 0 0,50-61-1 0 0,-74 99-560 0 0,5-5 67 0 0,0 1 0 0 0,0-1 0 0 0,0 1 0 0 0,15-9 0 0 0,-21 15-83 0 0,0 1 0 0 0,0 0 1 0 0,0 0-1 0 0,0 0 0 0 0,1 0 0 0 0,-1 0 0 0 0,0 1 0 0 0,1-1 1 0 0,-1 1-1 0 0,0-1 0 0 0,1 1 0 0 0,2 0 0 0 0,-3 0-7 0 0,0 0 0 0 0,-1 1 0 0 0,1-1 0 0 0,-1 1 0 0 0,1-1 0 0 0,0 1 0 0 0,-1 0 0 0 0,1-1 0 0 0,-1 1 0 0 0,0 0-1 0 0,1 0 1 0 0,-1 0 0 0 0,0 0 0 0 0,1 0 0 0 0,-1 1 0 0 0,0-1 0 0 0,0 0 0 0 0,0 0 0 0 0,1 3 0 0 0,3 4-12 0 0,-2-1 0 0 0,1 0 0 0 0,-1 1 0 0 0,0 0 0 0 0,3 14 0 0 0,6 46-12 0 0,-9-51 5 0 0,9 75-11 0 0,-6-39-6 0 0,2-1 1 0 0,23 77 0 0 0,-27-114 18 0 0,-1-6-2 0 0,0 0 1 0 0,7 17-1 0 0,-9-24 2 0 0,0-1-1 0 0,0 1 1 0 0,0-1-1 0 0,0 1 1 0 0,0 0 0 0 0,1-1-1 0 0,-1 0 1 0 0,0 1 0 0 0,1-1-1 0 0,-1 0 1 0 0,1 1 0 0 0,-1-1-1 0 0,1 0 1 0 0,-1 0-1 0 0,1-1 1 0 0,0 1 0 0 0,0 0-1 0 0,-1 0 1 0 0,1-1 0 0 0,3 1-1 0 0,-4-1 6 0 0,1 0 1 0 0,0 0-1 0 0,-1 0 1 0 0,1-1-1 0 0,0 1 0 0 0,-1-1 1 0 0,1 1-1 0 0,-1-1 0 0 0,1 1 1 0 0,0-1-1 0 0,-1 0 0 0 0,0 0 1 0 0,1 0-1 0 0,-1 0 0 0 0,1 0 1 0 0,-1 0-1 0 0,0 0 0 0 0,0 0 1 0 0,0-1-1 0 0,0 1 0 0 0,2-3 1 0 0,2-3 53 0 0,0-1 1 0 0,7-13-1 0 0,-12 21-58 0 0,27-59 202 0 0,-3-1 0 0 0,30-112 1 0 0,9-130-141 0 0,-59 277-167 0 0,-1 9-65 0 0,-1 0-1 0 0,2 0 1 0 0,0 0-1 0 0,11-23 1 0 0,-9 26-411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70 1 3679 0 0,'25'16'12848'0'0,"-9"21"-10979"0"0,-4-7 99 0 0,26 43 0 0 0,-33-66-1927 0 0,0-1 0 0 0,0 0-1 0 0,0-1 1 0 0,0 1 0 0 0,1-1-1 0 0,0 0 1 0 0,0-1-1 0 0,0 1 1 0 0,1-1 0 0 0,-1 0-1 0 0,12 4 1 0 0,-12-5-23 0 0,0-1 1 0 0,0 0-1 0 0,0-1 0 0 0,1 0 1 0 0,-1 0-1 0 0,0 0 0 0 0,1 0 1 0 0,-1-1-1 0 0,0 0 0 0 0,1-1 1 0 0,-1 1-1 0 0,0-1 0 0 0,1 0 1 0 0,7-3-1 0 0,-12 3-37 0 0,0 1-1 0 0,0-1 1 0 0,0 0 0 0 0,0 0-1 0 0,0 0 1 0 0,-1 0 0 0 0,1-1-1 0 0,0 1 1 0 0,-1 0-1 0 0,1-1 1 0 0,0 1 0 0 0,-1-1-1 0 0,0 1 1 0 0,1-1 0 0 0,-1 0-1 0 0,0 0 1 0 0,0 0-1 0 0,1-2 1 0 0,-1 1-56 0 0,0-1 0 0 0,0 1 0 0 0,0-1 0 0 0,0 1 0 0 0,-1-1 0 0 0,0 1 0 0 0,0-1 0 0 0,0 1 0 0 0,0-1 0 0 0,-1-4 0 0 0,-1-1-75 0 0,0 1 1 0 0,0-1-1 0 0,-1 1 1 0 0,0 0-1 0 0,-1 0 1 0 0,0 0-1 0 0,0 1 1 0 0,-7-10 0 0 0,-3-6-425 0 0,10 15 161 0 0,11 16-14 0 0,138 141 1792 0 0,-10-12 559 0 0,-127-128-1852 0 0,-1 0-1 0 0,0 1 0 0 0,-1 0 0 0 0,0 0 1 0 0,-1 0-1 0 0,0 0 0 0 0,0 1 0 0 0,-1 0 0 0 0,3 12 1 0 0,-5-13-23 0 0,-1 0 1 0 0,1-1-1 0 0,-2 1 1 0 0,1 0-1 0 0,-2 0 1 0 0,1 0 0 0 0,-1 0-1 0 0,-1 0 1 0 0,1 0-1 0 0,-7 16 1 0 0,-2 0 14 0 0,-1 0-1 0 0,-1-1 1 0 0,-1-1 0 0 0,-1 0-1 0 0,-1 0 1 0 0,-2-2 0 0 0,0 0 0 0 0,-36 35-1 0 0,21-27-29 0 0,-2-2 1 0 0,0-1-1 0 0,-2-2 0 0 0,-71 38 0 0 0,86-52-15 0 0,-1-2 1 0 0,0 0 0 0 0,-25 7-1 0 0,38-14-238 0 0,1 0-1 0 0,-1-1 1 0 0,0 1-1 0 0,0-2 1 0 0,1 1-1 0 0,-1-1 1 0 0,0 0-1 0 0,0-1 0 0 0,1 0 1 0 0,-1-1-1 0 0,-12-3 1 0 0,-9-8-7684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105 132 1375 0 0,'-3'-1'-382'0'0,"-17"3"6118"0"0,20-2-5540 0 0,0 1 0 0 0,0-1-1 0 0,0 1 1 0 0,-1 0-1 0 0,-9 21 3158 0 0,-11 34 0 0 0,-1 27-77 0 0,1 86-319 0 0,18-140-2676 0 0,-1 87 825 0 0,4-105-1017 0 0,1 0 1 0 0,1-1-1 0 0,-1 1 0 0 0,2-1 0 0 0,-1 0 1 0 0,1 0-1 0 0,1 0 0 0 0,7 16 0 0 0,-9-22-65 0 0,0-1-1 0 0,1 1 0 0 0,-1-1 0 0 0,1 0 0 0 0,-1 1 0 0 0,1-1 0 0 0,0-1 1 0 0,0 1-1 0 0,0 0 0 0 0,0-1 0 0 0,1 1 0 0 0,-1-1 0 0 0,1 0 0 0 0,-1 0 1 0 0,1 0-1 0 0,0-1 0 0 0,0 0 0 0 0,0 1 0 0 0,0-1 0 0 0,0 0 0 0 0,0-1 0 0 0,0 1 1 0 0,0-1-1 0 0,0 0 0 0 0,0 0 0 0 0,0 0 0 0 0,0 0 0 0 0,0-1 0 0 0,0 1 1 0 0,0-1-1 0 0,0 0 0 0 0,0-1 0 0 0,5-1 0 0 0,4-4 24 0 0,0 0 0 0 0,-1-1-1 0 0,0-1 1 0 0,0 0 0 0 0,-1 0 0 0 0,0-1-1 0 0,-1 0 1 0 0,0-1 0 0 0,0 0 0 0 0,10-17-1 0 0,-2-1 52 0 0,-1 0-1 0 0,-1-1 1 0 0,16-44-1 0 0,-12 19-7 0 0,16-76 0 0 0,1-59-224 0 0,-36 185 123 0 0,2-32-120 0 0,-2 29 13 0 0,-1 1 0 0 0,1 0 1 0 0,0 0-1 0 0,0 0 0 0 0,1 0 0 0 0,4-11 0 0 0,-6 17 57 0 0,0 1 1 0 0,0 0 0 0 0,0 0-1 0 0,0 0 1 0 0,0-1-1 0 0,1 1 1 0 0,-1 0-1 0 0,0 0 1 0 0,0 0 0 0 0,0 0-1 0 0,0-1 1 0 0,0 1-1 0 0,0 0 1 0 0,1 0-1 0 0,-1 0 1 0 0,0 0-1 0 0,0 0 1 0 0,0 0 0 0 0,0 0-1 0 0,1-1 1 0 0,-1 1-1 0 0,0 0 1 0 0,0 0-1 0 0,0 0 1 0 0,1 0 0 0 0,-1 0-1 0 0,0 0 1 0 0,0 0-1 0 0,0 0 1 0 0,1 0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8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1 828 10135 0 0,'0'2'223'0'0,"0"0"-1"0"0,-1 0 1 0 0,2 1-1 0 0,-1-1 1 0 0,0 0-1 0 0,0 0 1 0 0,1 0-1 0 0,-1 1 1 0 0,1-1-1 0 0,-1 0 0 0 0,1 0 1 0 0,0 0-1 0 0,0 0 1 0 0,0 0-1 0 0,0 0 1 0 0,0 0-1 0 0,1-1 1 0 0,-1 1-1 0 0,3 3 1 0 0,1 0 63 0 0,1-1 0 0 0,-1 1 0 0 0,1-1 0 0 0,-1 0 0 0 0,1-1 0 0 0,0 1 1 0 0,1-1-1 0 0,-1 0 0 0 0,0-1 0 0 0,1 0 0 0 0,0 0 0 0 0,-1 0 0 0 0,1 0 1 0 0,0-1-1 0 0,13 0 0 0 0,1 0 110 0 0,-1-2 1 0 0,1 0 0 0 0,-1-2-1 0 0,24-4 1 0 0,-2-4-200 0 0,0-1 1 0 0,-1-2-1 0 0,-1-2 1 0 0,-1-2-1 0 0,0-1 1 0 0,-1-2-1 0 0,-1-2 1 0 0,64-50-1 0 0,-96 68-224 0 0,-1 1 1 0 0,1 0-1 0 0,-1-1 0 0 0,0 0 0 0 0,0 0 0 0 0,0-1 1 0 0,-1 1-1 0 0,1-1 0 0 0,2-6 0 0 0,-5 10-8 0 0,-1 0 1 0 0,1-1-1 0 0,0 1 0 0 0,-1 0 0 0 0,1 0 1 0 0,-1-1-1 0 0,0 1 0 0 0,0 0 0 0 0,0 0 1 0 0,0-1-1 0 0,0 1 0 0 0,-1 0 0 0 0,1 0 1 0 0,-1-1-1 0 0,1 1 0 0 0,-1 0 0 0 0,0 0 1 0 0,0 0-1 0 0,0 0 0 0 0,0 0 0 0 0,0 0 1 0 0,0 0-1 0 0,0 0 0 0 0,-1 0 0 0 0,1 0 0 0 0,-1 1 1 0 0,1-1-1 0 0,-4-2 0 0 0,-3-2-75 0 0,0 1 0 0 0,0 0-1 0 0,-1 0 1 0 0,1 0 0 0 0,-1 1-1 0 0,0 0 1 0 0,-10-2 0 0 0,-71-15-425 0 0,33 9 384 0 0,-94-31 74 0 0,124 34 210 0 0,-1-2 0 0 0,1-1 1 0 0,-32-20-1 0 0,55 30-55 0 0,0-1 0 0 0,1 1-1 0 0,-1-1 1 0 0,1 0 0 0 0,-1 0 0 0 0,1 0 0 0 0,0 0-1 0 0,0-1 1 0 0,1 1 0 0 0,-1-1 0 0 0,1 0-1 0 0,0 0 1 0 0,-3-4 0 0 0,4 5-44 0 0,1 0 0 0 0,-1 0 1 0 0,1 0-1 0 0,-1 0 0 0 0,1 0 0 0 0,0-1 1 0 0,0 1-1 0 0,0 0 0 0 0,0 0 0 0 0,1 0 0 0 0,-1 0 1 0 0,1 0-1 0 0,0 0 0 0 0,0 0 0 0 0,0 1 1 0 0,0-1-1 0 0,0 0 0 0 0,1 0 0 0 0,3-4 0 0 0,3-5-8 0 0,1 1-1 0 0,0 0 1 0 0,1 0-1 0 0,0 1 0 0 0,1 1 1 0 0,16-12-1 0 0,79-45-59 0 0,-76 48 38 0 0,17-7-334 0 0,1 1 0 0 0,81-28 0 0 0,-76 34-545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90 580 8287 0 0,'-14'21'565'0'0,"2"1"-1"0"0,-16 39 0 0 0,22-44 1200 0 0,0 1 0 0 0,-4 26 1 0 0,8-34-1391 0 0,-2 13 368 0 0,0-1 0 0 0,2 1 1 0 0,0-1-1 0 0,2 34 0 0 0,1-54-674 0 0,-1-1 1 0 0,0 1 0 0 0,0 0-1 0 0,1 0 1 0 0,-1 0-1 0 0,1 0 1 0 0,0-1 0 0 0,0 1-1 0 0,-1 0 1 0 0,1-1-1 0 0,0 1 1 0 0,0 0-1 0 0,2 1 1 0 0,-3-3-46 0 0,0 0 0 0 0,1 0 0 0 0,-1 1 0 0 0,0-1 0 0 0,1 0 0 0 0,-1 0 0 0 0,0 0-1 0 0,1 0 1 0 0,-1 1 0 0 0,0-1 0 0 0,1 0 0 0 0,-1 0 0 0 0,0 0 0 0 0,1 0 0 0 0,-1 0 0 0 0,1 0 0 0 0,-1 0 0 0 0,0 0 0 0 0,1 0 0 0 0,-1 0-1 0 0,1 0 1 0 0,-1 0 0 0 0,1 0 0 0 0,0-1 5 0 0,0 1-1 0 0,0-1 1 0 0,0 1 0 0 0,-1-1-1 0 0,1 0 1 0 0,0 1 0 0 0,0-1-1 0 0,0 0 1 0 0,-1 0-1 0 0,1 0 1 0 0,0 1 0 0 0,0-2-1 0 0,5-9 32 0 0,1 0-1 0 0,-2-1 1 0 0,0 1 0 0 0,0-1-1 0 0,-1 0 1 0 0,-1 0 0 0 0,3-16-1 0 0,0-11 98 0 0,2-39-1 0 0,-5-40-27 0 0,6-60 306 0 0,-7 156-386 0 0,2 0-1 0 0,1 0 1 0 0,0 1 0 0 0,2-1-1 0 0,17-37 1 0 0,-17 46-16 0 0,1 1 0 0 0,0 0 0 0 0,0 1 0 0 0,1 0 0 0 0,1 0-1 0 0,0 1 1 0 0,0 0 0 0 0,1 1 0 0 0,22-16 0 0 0,7 2 54 0 0,70-33-1 0 0,-108 55-84 0 0,17-7-12 0 0,1 0 0 0 0,1 0 0 0 0,30-5 0 0 0,-39 11-2168 0 0,-1 0 0 0 0,15 1 0 0 0,-2 3-5027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6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3 131 10135 0 0,'0'0'778'0'0,"0"-1"-745"0"0,-1 1 0 0 0,1 0 0 0 0,0 0 0 0 0,0 0 1 0 0,0 0-1 0 0,0 0 0 0 0,0 0 0 0 0,0 0 0 0 0,0 0 0 0 0,0 0 1 0 0,0 0-1 0 0,-1 0 0 0 0,1 0 0 0 0,0 0 0 0 0,0-1 0 0 0,0 1 1 0 0,0 0-1 0 0,0 0 0 0 0,0 0 0 0 0,0 0 0 0 0,0 0 0 0 0,0 0 1 0 0,0 0-1 0 0,0-1 0 0 0,0 1 0 0 0,0 0 0 0 0,0 0 0 0 0,0 0 1 0 0,0 0-1 0 0,0 0 0 0 0,0 0 0 0 0,0 0 0 0 0,0-1 0 0 0,0 1 1 0 0,0 0-1 0 0,0 0 0 0 0,0 0 0 0 0,0 0 0 0 0,0 0 0 0 0,0 0 1 0 0,0 0-1 0 0,0 0 0 0 0,0-1 0 0 0,0 1 0 0 0,1 0 0 0 0,-1 0 1 0 0,0 0-1 0 0,0 0 0 0 0,0 0 0 0 0,0 0 0 0 0,0 0 0 0 0,0 0 1 0 0,0 0-1 0 0,0 0 0 0 0,0 0 0 0 0,1 0 0 0 0,-1 0 0 0 0,0-1 1 0 0,6-6 1686 0 0,3 0-842 0 0,0-1 0 0 0,1 1-1 0 0,-1 1 1 0 0,1-1 0 0 0,1 2 0 0 0,18-9 0 0 0,70-18 635 0 0,-56 22-1380 0 0,-1 1 0 0 0,1 3-1 0 0,1 2 1 0 0,81 1-1 0 0,-116 3-193 0 0,-1 1 0 0 0,1 0 0 0 0,-1 0 0 0 0,1 0 0 0 0,-1 1 0 0 0,0 0 0 0 0,0 1 0 0 0,9 4 0 0 0,-1 4-574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4 163 17967 0 0,'-3'-6'800'0'0,"3"0"160"0"0,3 3-768 0 0,3-3-192 0 0,2 3 0 0 0,1-2 0 0 0,6-4 528 0 0,8-3 72 0 0,12-2 8 0 0,17-9 8 0 0,12-4-232 0 0,0 7-56 0 0,-3 6-8 0 0,0 2 0 0 0,-3 9-320 0 0,-6 6 0 0 0,-3 3-104 0 0,1 3-9320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0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62 146 919 0 0,'3'-15'727'0'0,"-3"4"-376"0"0,2 1 0 0 0,-1-1 0 0 0,7-21 0 0 0,-5 22 567 0 0,0-1-1 0 0,-1 1 1 0 0,-1-25 7708 0 0,0 45-8385 0 0,10 163 720 0 0,-12-115-787 0 0,7 538 1647 0 0,-23 412 1834 0 0,3-423-3204 0 0,21 4-392 0 0,-6-575-59 0 0,2 140 0 0 0,2 235 0 0 0,-27-1 0 0 0,1-139-104 0 0,12 273 0 0 0,12-398 57 0 0,-5 512-664 0 0,-15-456-1639 0 0,-1 69 1081 0 0,19-246 1090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0 116 2759 0 0,'44'-19'282'0'0,"-26"11"829"0"0,35-12 0 0 0,-13 10-396 0 0,1 2-1 0 0,0 2 1 0 0,0 2-1 0 0,0 1 1 0 0,0 2-1 0 0,1 2 1 0 0,-1 2-1 0 0,43 8 1 0 0,-32-4-158 0 0,0-2 0 0 0,0-2 0 0 0,0-3 0 0 0,98-12 0 0 0,-31-4-126 0 0,250-22 1158 0 0,-315 39-950 0 0,-1 2-1 0 0,1 3 0 0 0,87 20 1 0 0,158 13 690 0 0,-125-22-910 0 0,114 0 370 0 0,-21-2-260 0 0,-121 8-247 0 0,47 3-212 0 0,-92-22-78 0 0,0-4 0 0 0,159-21 0 0 0,13 5 178 0 0,1 22 94 0 0,-269-5-258 0 0,63-1 100 0 0,126-15 1 0 0,65-29-89 0 0,-220 36-14 0 0,45-5 57 0 0,1 2 0 0 0,0 5 1 0 0,102 5-1 0 0,-85 7 3 0 0,52 2-64 0 0,-60-7 62 0 0,102 15 0 0 0,-5-4 6 0 0,1-15 44 0 0,66 1-24 0 0,-201 7-88 0 0,105 24 0 0 0,-47-6 0 0 0,-75-17 0 0 0,-1-1 0 0 0,1-3 0 0 0,0-1 0 0 0,0-1 0 0 0,46-8 0 0 0,114-15 19 0 0,-153 20-8 0 0,-1 2 1 0 0,62 7-1 0 0,1 8 91 0 0,-5 0-20 0 0,109-1 1 0 0,173-30-83 0 0,-291 13 0 0 0,1 3 0 0 0,100 14 0 0 0,-88-3-21 0 0,0-5-1 0 0,201-16 1 0 0,-302 10 17 0 0,13-1-110 0 0,37 0-1 0 0,-53 2 97 0 0,1 0 0 0 0,-1 1 0 0 0,1 0 0 0 0,-1-1 0 0 0,0 1 0 0 0,1 1 0 0 0,-1-1 0 0 0,0 1-1 0 0,0 0 1 0 0,0 0 0 0 0,0 0 0 0 0,0 0 0 0 0,0 0 0 0 0,4 5 0 0 0,-7-5-102 0 0,1 0-1 0 0,-1-1 1 0 0,0 1 0 0 0,0 0-1 0 0,0 0 1 0 0,0 0 0 0 0,-1 1-1 0 0,1-1 1 0 0,0 0 0 0 0,-1 0-1 0 0,0 0 1 0 0,1 1 0 0 0,-1-1-1 0 0,0 0 1 0 0,0 0 0 0 0,0 0-1 0 0,-1 1 1 0 0,1-1 0 0 0,0 0-1 0 0,-1 0 1 0 0,0 3 0 0 0,1-5 89 0 0,-5 18-7507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 6647 0 0,'-2'2'71'0'0,"0"1"-1"0"0,1 0 1 0 0,-1-1-1 0 0,1 1 1 0 0,-1 0-1 0 0,1 0 1 0 0,0 1 0 0 0,0-1-1 0 0,0 0 1 0 0,0 0-1 0 0,1 0 1 0 0,0 1-1 0 0,-1-1 1 0 0,1 4-1 0 0,-2 12 975 0 0,-38 259 7641 0 0,-1 143-4391 0 0,-26 1065-2448 0 0,52-1114-1835 0 0,-4 173 42 0 0,2 401 325 0 0,37-267-203 0 0,17-360-1023 0 0,-34-293-1327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3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1 247 8287 0 0,'0'0'31'0'0,"0"1"-1"0"0,0-1 1 0 0,0 0-1 0 0,0 1 1 0 0,0-1-1 0 0,0 1 0 0 0,0-1 1 0 0,1 0-1 0 0,-1 1 1 0 0,0-1-1 0 0,0 1 0 0 0,1-1 1 0 0,-1 0-1 0 0,0 1 1 0 0,0-1-1 0 0,1 0 1 0 0,-1 0-1 0 0,0 1 0 0 0,1-1 1 0 0,-1 0-1 0 0,0 0 1 0 0,1 1-1 0 0,-1-1 1 0 0,1 0-1 0 0,-1 0 0 0 0,1 1 1 0 0,8-6 218 0 0,5-3 394 0 0,65-14 1850 0 0,131-19 1 0 0,-172 35-2196 0 0,141-18 1569 0 0,2 7-1 0 0,235 9 1 0 0,-310 14-1236 0 0,131 23 1 0 0,98 38-116 0 0,-272-54-422 0 0,11 1 66 0 0,1-4 0 0 0,137 1 0 0 0,148-28 91 0 0,-54 8-11 0 0,-203 7-152 0 0,38 0 52 0 0,178-6 213 0 0,-111-4-197 0 0,442-18 331 0 0,-218 11-276 0 0,-97 2 42 0 0,1 18-128 0 0,358-7 3 0 0,-300-26-64 0 0,32 23 181 0 0,-366 9-234 0 0,133 2 52 0 0,290-10 66 0 0,-304-13-101 0 0,31-1 8 0 0,-135 16-36 0 0,109-3 0 0 0,-153 9 0 0 0,384-15 0 0 0,-335 4 0 0 0,35-4 0 0 0,-75 11 0 0 0,-22 2 0 0 0,0 1 0 0 0,20 0 0 0 0,7 3-194 0 0,-21-2-300 0 0,41 6 0 0 0,-59-5 420 0 0,1 1 1 0 0,0 0-1 0 0,0 0 1 0 0,-1 0-1 0 0,0 1 1 0 0,1 0-1 0 0,-1 0 1 0 0,0 0-1 0 0,0 1 1 0 0,8 6-1 0 0,6 8-2285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8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19 777 6447 0 0,'-1'-2'564'0'0,"-1"0"0"0"0,1-1 0 0 0,-1 1 0 0 0,1 0 0 0 0,0 0 0 0 0,0-1 0 0 0,0 1-1 0 0,0 0 1 0 0,0-1 0 0 0,1 1 0 0 0,-1-4 0 0 0,-3-30 2573 0 0,4 28-2451 0 0,-2-52 1658 0 0,8-63 0 0 0,-1 47-1854 0 0,9-98 258 0 0,2-16-231 0 0,-16 181-527 0 0,0-1 0 0 0,0 1 0 0 0,-1 0 0 0 0,0-1 0 0 0,0 1 0 0 0,-4-10 0 0 0,5 19 1 0 0,0 0 1 0 0,1 0-1 0 0,-1 0 0 0 0,0-1 1 0 0,0 1-1 0 0,0 0 0 0 0,0 0 1 0 0,0 0-1 0 0,0 0 0 0 0,0 0 1 0 0,0 0-1 0 0,0 0 0 0 0,0 0 1 0 0,0 0-1 0 0,0 0 0 0 0,0-1 1 0 0,0 1-1 0 0,0 0 0 0 0,0 0 1 0 0,-1 0-1 0 0,1 0 0 0 0,0 0 1 0 0,0 0-1 0 0,0 0 0 0 0,0 0 1 0 0,0 0-1 0 0,0 0 0 0 0,0 0 1 0 0,0-1-1 0 0,0 1 1 0 0,0 0-1 0 0,0 0 0 0 0,0 0 1 0 0,0 0-1 0 0,0 0 0 0 0,0 0 1 0 0,-1 0-1 0 0,1 0 0 0 0,0 0 1 0 0,0 0-1 0 0,0 0 0 0 0,0 0 1 0 0,0 0-1 0 0,0 0 0 0 0,0 0 1 0 0,0 0-1 0 0,0 0 0 0 0,0 0 1 0 0,-1 0-1 0 0,1 0 0 0 0,0 0 1 0 0,0 0-1 0 0,0 0 0 0 0,0 0 1 0 0,0 0-1 0 0,0 0 1 0 0,0 0-1 0 0,0 0 0 0 0,0 0 1 0 0,0 0-1 0 0,0 0 0 0 0,-1 0 1 0 0,1 0-1 0 0,0 0 0 0 0,0 1 1 0 0,-2 7-673 0 0,0 13-2008 0 0,1-4-4437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 4607 0 0,'1'1'252'0'0,"-1"-1"0"0"0,1 1-1 0 0,-1 0 1 0 0,1-1-1 0 0,-1 1 1 0 0,1-1-1 0 0,0 1 1 0 0,-1-1-1 0 0,1 1 1 0 0,0-1-1 0 0,0 1 1 0 0,-1-1-1 0 0,1 0 1 0 0,0 0 0 0 0,0 1-1 0 0,-1-1 1 0 0,1 0-1 0 0,0 0 1 0 0,0 0-1 0 0,0 0 1 0 0,1 0-1 0 0,20 3 2746 0 0,-9-2-1828 0 0,-1-1-1 0 0,1-1 1 0 0,-1 0 0 0 0,1-1-1 0 0,23-6 1 0 0,61-26 1027 0 0,-30 10-1528 0 0,-58 21-661 0 0,0 0 48 0 0,1 0-1 0 0,1 0 1 0 0,-1 1 0 0 0,16-2 0 0 0,-24 4-78 0 0,-1 0 0 0 0,1-1 1 0 0,0 1-1 0 0,-1 1 1 0 0,1-1-1 0 0,0 0 1 0 0,-1 0-1 0 0,1 0 0 0 0,0 1 1 0 0,-1-1-1 0 0,1 1 1 0 0,0 0-1 0 0,-1-1 1 0 0,1 1-1 0 0,-1 0 0 0 0,1 0 1 0 0,-1 0-1 0 0,1 0 1 0 0,-1 0-1 0 0,0 0 0 0 0,0 0 1 0 0,1 0-1 0 0,-1 1 1 0 0,0-1-1 0 0,0 0 1 0 0,0 1-1 0 0,0-1 0 0 0,-1 1 1 0 0,1-1-1 0 0,0 1 1 0 0,-1 0-1 0 0,1-1 1 0 0,-1 1-1 0 0,1 0 0 0 0,-1 1 1 0 0,1-1-236 0 0,-1 1 1 0 0,0-1-1 0 0,0 0 1 0 0,-1 1-1 0 0,1-1 1 0 0,0 0-1 0 0,-1 0 1 0 0,0 0-1 0 0,1 1 1 0 0,-2 1-1 0 0,1-1-441 0 0,0 0 0 0 0,0 0 0 0 0,0 0 0 0 0,1 0 0 0 0,-1 0 1 0 0,1 3-1 0 0,-1 31-330 0 0,0-15-136 0 0,1 1-1 0 0,5 31 0 0 0,-5-52 1048 0 0,1-4-193 0 0,-1-12-632 0 0,-2-14-418 0 0,2 26 1454 0 0,0 0-1 0 0,-1 0 1 0 0,1 0-1 0 0,-1 0 1 0 0,0 1-1 0 0,0-1 1 0 0,0 0-1 0 0,0 0 1 0 0,0 1 0 0 0,0-1-1 0 0,0 0 1 0 0,0 1-1 0 0,-1-1 1 0 0,1 1-1 0 0,0 0 1 0 0,-3-2-1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21 597 4143 0 0,'-1'2'126'0'0,"-6"11"494"0"0,7-12-414 0 0,0-1 1 0 0,0 1-1 0 0,-1-1 1 0 0,1 0-1 0 0,0 1 1 0 0,0-1-1 0 0,-1 0 1 0 0,1 1-1 0 0,0-1 1 0 0,-1 0-1 0 0,1 1 1 0 0,0-1-1 0 0,-1 0 1 0 0,1 0-1 0 0,0 0 1 0 0,-1 1-1 0 0,1-1 1 0 0,-1 0-1 0 0,1 0 1 0 0,0 0-1 0 0,-1 0 1 0 0,1 1-1 0 0,-1-1 1 0 0,1 0-1 0 0,-1 0 1 0 0,1-1-9 0 0,-1 1 0 0 0,1 0 0 0 0,0-1 0 0 0,-1 1 0 0 0,1 0 0 0 0,0-1 1 0 0,0 1-1 0 0,-1-1 0 0 0,1 1 0 0 0,0-1 0 0 0,0 1 0 0 0,0-1 0 0 0,0 1 0 0 0,0 0 0 0 0,0-1 0 0 0,0 1 0 0 0,0-1 0 0 0,0 1 0 0 0,0-1 0 0 0,0 1 1 0 0,0-1-1 0 0,0 1 0 0 0,0-1 0 0 0,2-15 1133 0 0,-1 13-869 0 0,21-139 3735 0 0,-6-73-2873 0 0,-15 167-1157 0 0,1 20-90 0 0,-2 0 0 0 0,0 0-1 0 0,-2 1 1 0 0,-7-36-1 0 0,4 53-45 0 0,2 16-220 0 0,0 15-451 0 0,2 29-877 0 0,1 18-463 0 0,1-23-3438 0 0,0-14-266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9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5 503 9671 0 0,'-1'-3'421'0'0,"0"0"-1"0"0,0 1 0 0 0,1-1 1 0 0,-1 1-1 0 0,1-1 0 0 0,0 0 0 0 0,0 0 1 0 0,0 1-1 0 0,0-1 0 0 0,0-3 1 0 0,1-2-6 0 0,5-99 4733 0 0,19-55-2646 0 0,-12 84-2127 0 0,-7 47-551 0 0,15-51 0 0 0,-21 80-424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179 21 10135 0 0,'0'-2'330'0'0,"6"-17"7182"0"0,-7 47-7078 0 0,-1-1 1 0 0,-2 1 0 0 0,0-1-1 0 0,-2 0 1 0 0,-11 34 0 0 0,5-28 76 0 0,-2 0 1 0 0,-1-1 0 0 0,-31 51-1 0 0,40-74-460 0 0,-1-1-1 0 0,0 1 1 0 0,0-1 0 0 0,-1 0-1 0 0,0-1 1 0 0,-12 10 0 0 0,20-15 123 0 0,7 0-80 0 0,7 0-32 0 0,-13-2-59 0 0,22 0 140 0 0,0-1 0 0 0,1-1 0 0 0,36-7 0 0 0,-35 4-680 0 0,0 1 1 0 0,45 0 0 0 0,-49 5-7451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1 522 4143 0 0,'13'-39'2271'0'0,"96"-261"9690"0"0,-109 299-11924 0 0,45-93 2474 0 0,-39 85-2311 0 0,-1-1-1 0 0,2 1 0 0 0,-1 1 1 0 0,1-1-1 0 0,1 1 0 0 0,0 0 1 0 0,11-9-1 0 0,-18 16-193 0 0,0 0 0 0 0,1 0 0 0 0,-1 0 0 0 0,0 1 0 0 0,0-1 0 0 0,1 0 0 0 0,-1 1 0 0 0,1-1 0 0 0,-1 1 1 0 0,0-1-1 0 0,1 1 0 0 0,-1-1 0 0 0,1 1 0 0 0,-1 0 0 0 0,1 0 0 0 0,-1 0 0 0 0,1 0 0 0 0,-1 0 0 0 0,1 0 0 0 0,-1 0 0 0 0,1 1 0 0 0,1-1 0 0 0,-2 1-3 0 0,1 0 0 0 0,0 1 0 0 0,0-1 0 0 0,-1 0 0 0 0,1 0 0 0 0,-1 1-1 0 0,1-1 1 0 0,-1 1 0 0 0,1 0 0 0 0,-1-1 0 0 0,0 1 0 0 0,0 0 0 0 0,0 0-1 0 0,0-1 1 0 0,1 4 0 0 0,3 9-3 0 0,0 0 0 0 0,-1 1 0 0 0,0 0 0 0 0,-1-1 0 0 0,2 27 0 0 0,-5 77 0 0 0,-3-89-11 0 0,-1-1-1 0 0,-1 0 1 0 0,-1 1-1 0 0,-17 43 1 0 0,18-62-2012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92 17047 0 0,'0'0'752'0'0,"2"-1"160"0"0,-1-1-728 0 0,2-1-184 0 0,0 2 0 0 0,0-1 0 0 0,3 0 648 0 0,4-3 96 0 0,7-2 24 0 0,7-3 0 0 0,5 1-368 0 0,1-1-72 0 0,2 0-8 0 0,-1 1-8 0 0,-1 2-400 0 0,-1 1-72 0 0,0 3-24 0 0,-3-1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67 10591 0 0,'4'11'761'0'0,"0"1"0"0"0,0-1-1 0 0,-2 1 1 0 0,1 0-1 0 0,0 16 1 0 0,2 2 197 0 0,1 9 1132 0 0,2 68 1 0 0,-8-85-1720 0 0,-1 0 0 0 0,-1-1 1 0 0,-1 1-1 0 0,-10 36 0 0 0,4-32-335 0 0,8-25-36 0 0,0 0 0 0 0,1 0 0 0 0,-1 0-1 0 0,0 0 1 0 0,1 0 0 0 0,-1 0 0 0 0,0 0 0 0 0,0 0 0 0 0,0 0 0 0 0,0 0-1 0 0,0 0 1 0 0,0-1 0 0 0,0 1 0 0 0,0 0 0 0 0,0-1 0 0 0,0 1-1 0 0,0-1 1 0 0,-2 1 0 0 0,2-1 4 0 0,1 0 0 0 0,-1 0 0 0 0,0 0 0 0 0,1-1 0 0 0,-1 1 0 0 0,1 0-1 0 0,-1 0 1 0 0,1-1 0 0 0,-1 1 0 0 0,1 0 0 0 0,-1-1 0 0 0,1 1 0 0 0,0-1 0 0 0,-1 1 0 0 0,1-1 0 0 0,-1 1-1 0 0,1-1 1 0 0,0 1 0 0 0,0-1 0 0 0,-1 1 0 0 0,1-1 0 0 0,0 1 0 0 0,0-1 0 0 0,-1 0 0 0 0,1 1 0 0 0,0-1-1 0 0,0 0 1 0 0,-4-19 111 0 0,3 4-98 0 0,1-1-1 0 0,0 1 1 0 0,2 0-1 0 0,0 0 1 0 0,0-1-1 0 0,9-27 1 0 0,-3 18 76 0 0,2 1 0 0 0,0 1 0 0 0,20-34 0 0 0,-20 41-13 0 0,2 1 0 0 0,0 0-1 0 0,0 0 1 0 0,2 1 0 0 0,0 1-1 0 0,25-21 1 0 0,-25 25-47 0 0,0 0 0 0 0,1 0 0 0 0,0 2 0 0 0,0 0 0 0 0,1 1 0 0 0,0 0 0 0 0,32-8-1 0 0,-43 14-8 0 0,0-1 0 0 0,0 2 0 0 0,0-1-1 0 0,0 1 1 0 0,0-1 0 0 0,0 1 0 0 0,0 1-1 0 0,8 0 1 0 0,-11 0-16 0 0,0-1 0 0 0,-1 1 0 0 0,1 0 0 0 0,0 0 0 0 0,-1-1 1 0 0,1 1-1 0 0,-1 0 0 0 0,1 0 0 0 0,-1 0 0 0 0,1 1 0 0 0,-1-1 0 0 0,0 0 0 0 0,1 1 0 0 0,-1-1 0 0 0,0 0 0 0 0,0 1 1 0 0,0-1-1 0 0,0 1 0 0 0,-1 0 0 0 0,1-1 0 0 0,0 1 0 0 0,-1 0 0 0 0,1-1 0 0 0,-1 1 0 0 0,1 0 0 0 0,0 3 0 0 0,-1 3 3 0 0,1 0 0 0 0,-1 0 0 0 0,-1-1 0 0 0,1 1 0 0 0,-1 0 0 0 0,-1 0 0 0 0,1-1 0 0 0,-4 11 0 0 0,-27 60-227 0 0,-31 40-522 0 0,53-103 265 0 0,0 0-1 0 0,-1 0 0 0 0,-1-1 1 0 0,0-1-1 0 0,-19 16 0 0 0,26-25 97 0 0,0-1 0 0 0,0 1-1 0 0,0-1 1 0 0,0 0 0 0 0,-12 4 0 0 0,14-6 428 0 0,0 0 0 0 0,0 0-1 0 0,0-1 1 0 0,0 1 0 0 0,0-1 0 0 0,0 1 0 0 0,0-1 0 0 0,0 0 0 0 0,-1 0 0 0 0,1-1 0 0 0,0 1 0 0 0,0-1 0 0 0,-3 0 0 0 0,6 1 10 0 0,-1 0 0 0 0,1 0 1 0 0,0 0-1 0 0,0 0 0 0 0,0 0 1 0 0,-1 0-1 0 0,1-1 0 0 0,0 1 1 0 0,0 0-1 0 0,0 0 0 0 0,-1 0 1 0 0,1 0-1 0 0,0 0 0 0 0,0 0 1 0 0,0 0-1 0 0,0 0 0 0 0,-1-1 1 0 0,1 1-1 0 0,0 0 0 0 0,0 0 1 0 0,0 0-1 0 0,0 0 0 0 0,0-1 1 0 0,0 1-1 0 0,-1 0 1 0 0,1 0-1 0 0,0 0 0 0 0,0 0 1 0 0,0-1-1 0 0,0 1 0 0 0,0 0 1 0 0,0 0-1 0 0,0 0 0 0 0,0-1 1 0 0,0 1-1 0 0,0 0 0 0 0,0 0 1 0 0,0 0-1 0 0,0-1 0 0 0,0 1 1 0 0,0 0-1 0 0,8-8 841 0 0,12-2-387 0 0,6 3-332 0 0,0 0 0 0 0,1 1-1 0 0,0 2 1 0 0,0 1 0 0 0,48 0 0 0 0,-57 4-460 0 0,0 0-1 0 0,0 2 1 0 0,-1 0-1 0 0,1 1 1 0 0,-1 1-1 0 0,22 8 0 0 0,-19-5-771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20 416 5983 0 0,'-1'-1'161'0'0,"0"1"-1"0"0,0 0 0 0 0,0 0 0 0 0,0 0 0 0 0,1-1 1 0 0,-1 1-1 0 0,0 0 0 0 0,0-1 0 0 0,0 1 0 0 0,1 0 0 0 0,-1-1 1 0 0,0 1-1 0 0,1-1 0 0 0,-1 1 0 0 0,0-1 0 0 0,1 0 1 0 0,-1 1-1 0 0,1-1 0 0 0,-1 0 0 0 0,1 1 0 0 0,-1-1 1 0 0,1 0-1 0 0,-1 0 0 0 0,1 1 0 0 0,0-1 0 0 0,0 0 0 0 0,-1 0 1 0 0,1 0-1 0 0,0 1 0 0 0,0-1 0 0 0,0 0 0 0 0,0-1 1 0 0,-1-5 1099 0 0,0 0 0 0 0,1 0 0 0 0,1-8 0 0 0,-1 4-1520 0 0,1-33 2026 0 0,10-62-1 0 0,-4 67-2091 0 0,21-69 0 0 0,-17 80-389 0 0,0 4-12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2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11 317 13359 0 0,'-2'6'476'0'0,"0"0"-1"0"0,0-1 0 0 0,1 1 1 0 0,-1 0-1 0 0,1 0 0 0 0,1 0 1 0 0,-1 0-1 0 0,1 10 0 0 0,1-6 32 0 0,-1-1-1 0 0,2 1 0 0 0,-1-1 0 0 0,6 16 1 0 0,-6-22-366 0 0,0 1 1 0 0,1-1-1 0 0,-1 1 1 0 0,1-1-1 0 0,0 0 1 0 0,0 1 0 0 0,1-1-1 0 0,-1 0 1 0 0,1-1-1 0 0,-1 1 1 0 0,1 0 0 0 0,0-1-1 0 0,0 1 1 0 0,5 2-1 0 0,-3-2-72 0 0,0-1-1 0 0,0 0 1 0 0,0 0-1 0 0,0 0 1 0 0,0-1-1 0 0,0 0 1 0 0,1 0-1 0 0,-1 0 1 0 0,8 0 0 0 0,-2-1-53 0 0,-1-1 0 0 0,1 0 0 0 0,-1 0 0 0 0,0-1 0 0 0,0-1 0 0 0,0 1 1 0 0,0-2-1 0 0,0 1 0 0 0,0-1 0 0 0,10-7 0 0 0,-10 5-44 0 0,1-1 1 0 0,-2 0-1 0 0,1 0 0 0 0,-1-1 0 0 0,0 0 1 0 0,0-1-1 0 0,-1 0 0 0 0,-1 0 0 0 0,1-1 1 0 0,-1 0-1 0 0,-1 0 0 0 0,0 0 0 0 0,-1-1 1 0 0,1 0-1 0 0,-2 0 0 0 0,0-1 0 0 0,0 1 1 0 0,-1-1-1 0 0,-1 0 0 0 0,0 0 0 0 0,0 0 1 0 0,-1 0-1 0 0,-1 0 0 0 0,0 0 0 0 0,0 0 1 0 0,-4-17-1 0 0,0 12-203 0 0,0-1 0 0 0,-1 1 0 0 0,-15-32 0 0 0,17 43 98 0 0,0 0 1 0 0,0 0 0 0 0,-1 0 0 0 0,0 0 0 0 0,0 1 0 0 0,0-1 0 0 0,-1 1 0 0 0,1 0 0 0 0,-1 1 0 0 0,-1-1 0 0 0,1 1 0 0 0,-1 0 0 0 0,-6-4 0 0 0,8 7 71 0 0,0-1 1 0 0,0 1-1 0 0,1 0 1 0 0,-1 1-1 0 0,0-1 1 0 0,0 1 0 0 0,0-1-1 0 0,0 1 1 0 0,0 0-1 0 0,0 1 1 0 0,0-1 0 0 0,0 1-1 0 0,1 0 1 0 0,-1 0-1 0 0,0 0 1 0 0,0 0 0 0 0,1 0-1 0 0,-1 1 1 0 0,1 0-1 0 0,-7 4 1 0 0,-2 2 87 0 0,0 0 0 0 0,1 1-1 0 0,0 0 1 0 0,-12 15 0 0 0,11-11-106 0 0,1 1 0 0 0,1 0 0 0 0,0 1 0 0 0,1 0 0 0 0,0 0 0 0 0,1 0 0 0 0,1 1 0 0 0,1 1 0 0 0,0-1 0 0 0,-6 31 0 0 0,11-39-239 0 0,0-1 0 0 0,0 0 0 0 0,1 1 0 0 0,0-1 0 0 0,1 1 0 0 0,0-1 0 0 0,0 1 0 0 0,0-1 0 0 0,5 12 0 0 0,5 4-5004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66 14279 0 0,'-8'38'1868'0'0,"-12"76"833"0"0,19-102-2388 0 0,0 1 1 0 0,1 0-1 0 0,0 0 0 0 0,1 0 0 0 0,1-1 0 0 0,5 24 1 0 0,-5-31-199 0 0,-1-1 0 0 0,1 1 0 0 0,0 0 0 0 0,1-1 0 0 0,-1 1 1 0 0,1-1-1 0 0,0 1 0 0 0,0-1 0 0 0,0 0 0 0 0,1-1 0 0 0,-1 1 1 0 0,9 6-1 0 0,-9-8-60 0 0,-1 0 0 0 0,1-1 0 0 0,0 1-1 0 0,0-1 1 0 0,0 1 0 0 0,1-1 0 0 0,-1 0 0 0 0,0 0 0 0 0,0-1 0 0 0,1 1 0 0 0,-1-1 0 0 0,0 1 0 0 0,1-1 0 0 0,-1 0 0 0 0,0 0 0 0 0,1 0-1 0 0,-1-1 1 0 0,0 0 0 0 0,0 1 0 0 0,7-3 0 0 0,-2-1 14 0 0,0 0 0 0 0,0 0 1 0 0,0-1-1 0 0,0 0 0 0 0,-1-1 0 0 0,0 0 0 0 0,0 0 0 0 0,0 0 1 0 0,-1-1-1 0 0,1 0 0 0 0,-2 0 0 0 0,1 0 0 0 0,-1-1 0 0 0,6-12 1 0 0,-2 2-4 0 0,0-1 1 0 0,-2 0 0 0 0,0 0-1 0 0,-1-1 1 0 0,6-31-1 0 0,-9 34-170 0 0,-1 0-1 0 0,-1-1 1 0 0,0 0-1 0 0,-1 1 1 0 0,-1-1-1 0 0,-3-18 0 0 0,-1 23-2348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0 555 13359 0 0,'1'5'283'0'0,"0"-1"-132"0"0,0-1 0 0 0,0 1 0 0 0,0-1-1 0 0,1 1 1 0 0,2 5 0 0 0,-3-8-79 0 0,-1 0 0 0 0,1 0 0 0 0,0 0 0 0 0,0 0 0 0 0,0 0-1 0 0,0 0 1 0 0,0 0 0 0 0,1 0 0 0 0,-1 0 0 0 0,0-1 0 0 0,0 1 0 0 0,0 0 0 0 0,1-1-1 0 0,-1 1 1 0 0,0-1 0 0 0,1 0 0 0 0,-1 1 0 0 0,1-1 0 0 0,1 0 0 0 0,4 1 177 0 0,1-1 0 0 0,0-1 1 0 0,-1 1-1 0 0,1-1 0 0 0,-1-1 1 0 0,0 1-1 0 0,1-1 0 0 0,-1 0 0 0 0,0-1 1 0 0,0 0-1 0 0,0 0 0 0 0,11-7 1 0 0,2-4 164 0 0,1 0-1 0 0,28-27 1 0 0,-25 19-293 0 0,22-25 0 0 0,-37 36-206 0 0,-1 0 1 0 0,0 0-1 0 0,0 0 0 0 0,-1-1 0 0 0,6-15 1 0 0,-12 25 37 0 0,0 0 1 0 0,-1 0 0 0 0,1 0 0 0 0,0 0 0 0 0,-1 0 0 0 0,1 0 0 0 0,-1 0 0 0 0,0-1-1 0 0,0 1 1 0 0,0 0 0 0 0,0 0 0 0 0,0 0 0 0 0,0-1 0 0 0,-1 1 0 0 0,1 0 0 0 0,-1 0-1 0 0,1 0 1 0 0,-3-4 0 0 0,2 4 10 0 0,-1-1 1 0 0,0 1-1 0 0,0 0 0 0 0,0-1 0 0 0,0 1 0 0 0,0 0 1 0 0,0 0-1 0 0,-1 0 0 0 0,1 1 0 0 0,-1-1 0 0 0,1 1 1 0 0,-4-2-1 0 0,-5-2 9 0 0,-1 1 1 0 0,1 1-1 0 0,-1 0 0 0 0,0 0 1 0 0,-19-1-1 0 0,6 2 255 0 0,15 2 230 0 0,0-1 0 0 0,0 0 0 0 0,0 0 0 0 0,1-1 0 0 0,-1 0 0 0 0,-12-5-1 0 0,22 6-420 0 0,-1 1 0 0 0,0 0 0 0 0,0-1 0 0 0,0 1 0 0 0,0-1-1 0 0,1 0 1 0 0,-1 1 0 0 0,0-1 0 0 0,0 0 0 0 0,1 1-1 0 0,-1-1 1 0 0,0 0 0 0 0,1 0 0 0 0,-1 1 0 0 0,1-1-1 0 0,-1 0 1 0 0,1 0 0 0 0,0 0 0 0 0,-1 0 0 0 0,1 0-1 0 0,0 0 1 0 0,-1 0 0 0 0,1 0 0 0 0,0 0 0 0 0,0 0 0 0 0,0 0-1 0 0,0 0 1 0 0,0 0 0 0 0,0 0 0 0 0,0 0 0 0 0,0 0-1 0 0,1 0 1 0 0,-1 1 0 0 0,0-1 0 0 0,0 0 0 0 0,1 0-1 0 0,-1 0 1 0 0,1 0 0 0 0,0-1 0 0 0,3-5 36 0 0,-1 1 0 0 0,1 1 0 0 0,1-1 0 0 0,6-7-1 0 0,-10 11-42 0 0,19-18 15 0 0,0 1 0 0 0,1 1 0 0 0,0 0 0 0 0,43-25 0 0 0,6 5-6904 0 0,-38 23-611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23 7831 0 0,'0'3'868'0'0,"0"-12"373"0"0,0 8-915 0 0,0 0 1 0 0,0 0-1 0 0,0 0 1 0 0,0 0-1 0 0,0 0 1 0 0,0 0-1 0 0,0 0 1 0 0,0 0-1 0 0,1 0 1 0 0,-1 0-1 0 0,0 0 0 0 0,1 0 1 0 0,-1 1-1 0 0,1-1 1 0 0,0-2-1 0 0,0 4-99 0 0,0 0-1 0 0,-1 0 1 0 0,1 0-1 0 0,-1 0 0 0 0,1 0 1 0 0,-1 0-1 0 0,0 0 1 0 0,1 0-1 0 0,-1 0 1 0 0,0 0-1 0 0,0 0 1 0 0,1 0-1 0 0,-1 0 0 0 0,0 1 1 0 0,0-1-1 0 0,0 0 1 0 0,-1 1-1 0 0,2-1-63 0 0,0 69 1158 0 0,-3 0 1 0 0,-12 76-1 0 0,-34 138-878 0 0,31-195-46 0 0,15-73-346 0 0,0 0 0 0 0,0 20 0 0 0,2-36-52 0 0,0 0 0 0 0,0 0 0 0 0,0 1 0 0 0,0-1-1 0 0,0 0 1 0 0,0 0 0 0 0,0 0 0 0 0,0 0 0 0 0,-1 0 0 0 0,1 0 0 0 0,0 1 0 0 0,0-1-1 0 0,0 0 1 0 0,0 0 0 0 0,0 0 0 0 0,0 0 0 0 0,0 0 0 0 0,0 1 0 0 0,0-1 0 0 0,0 0-1 0 0,0 0 1 0 0,1 0 0 0 0,-1 0 0 0 0,0 0 0 0 0,0 0 0 0 0,0 1 0 0 0,0-1 0 0 0,0 0-1 0 0,0 0 1 0 0,0 0 0 0 0,0 0 0 0 0,0 0 0 0 0,0 0 0 0 0,0 0 0 0 0,0 1 0 0 0,1-1-1 0 0,-1 0 1 0 0,0 0 0 0 0,0 0 0 0 0,0 0 0 0 0,0 0 0 0 0,0 0 0 0 0,0 0 0 0 0,1 0-1 0 0,-1 0 1 0 0,0 0 0 0 0,0 0 0 0 0,0 0 0 0 0,0 0 0 0 0,0 0 0 0 0,0 0 0 0 0,1 0-1 0 0,5-7-269 0 0,4-15-238 0 0,-4 1-744 0 0,-1 0 0 0 0,3-32-1 0 0,-5 20-5954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21 155 2759 0 0,'-2'0'355'0'0,"-17"-11"12971"0"0,33-1-10100 0 0,1 2-2267 0 0,1 0 0 0 0,0 1 0 0 0,25-10 0 0 0,55-14-131 0 0,-87 30-762 0 0,121-33 533 0 0,-111 32-567 0 0,0 1 1 0 0,0 1-1 0 0,0 0 1 0 0,0 2-1 0 0,20 1 1 0 0,-35-1-222 0 0,0 1 0 0 0,0-1 0 0 0,1 1 0 0 0,-1 0 0 0 0,0 0 0 0 0,0 0 0 0 0,0 1 0 0 0,0-1 0 0 0,0 1 0 0 0,0 0 0 0 0,0 0 0 0 0,-1 0 0 0 0,6 5 0 0 0,3 6-7948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79 16127 0 0,'9'0'1096'0'0,"0"-2"-1"0"0,16-3 0 0 0,0 0-83 0 0,122-22 1759 0 0,-38 6-3487 0 0,-36 9-4959 0 0,-32 6-1547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92 17967 0 0,'-1'3'190'0'0,"0"-1"-1"0"0,0 1 1 0 0,1-1 0 0 0,-1 1-1 0 0,0-1 1 0 0,1 1-1 0 0,0 0 1 0 0,0-1 0 0 0,-1 1-1 0 0,2 4 1 0 0,-2 5-9 0 0,-3 32 235 0 0,2 0 0 0 0,2 0 0 0 0,2 0 1 0 0,1 0-1 0 0,3 0 0 0 0,1 0 0 0 0,15 47 0 0 0,-19-84-365 0 0,-1 0 0 0 0,1 0-1 0 0,1 0 1 0 0,-1 0 0 0 0,1 0-1 0 0,0-1 1 0 0,1 1 0 0 0,-1-1-1 0 0,12 10 1 0 0,-14-14-36 0 0,1 0-1 0 0,-1 0 1 0 0,0 0 0 0 0,1 0-1 0 0,0-1 1 0 0,-1 1-1 0 0,1-1 1 0 0,0 0 0 0 0,0 0-1 0 0,0 0 1 0 0,0 0-1 0 0,0 0 1 0 0,0-1 0 0 0,0 1-1 0 0,0-1 1 0 0,0 0-1 0 0,0 0 1 0 0,0 0 0 0 0,0 0-1 0 0,0 0 1 0 0,0-1 0 0 0,0 0-1 0 0,0 1 1 0 0,0-1-1 0 0,0 0 1 0 0,0 0 0 0 0,4-3-1 0 0,1-1 30 0 0,0 0-1 0 0,-1-1 1 0 0,1 0 0 0 0,-1 0-1 0 0,0-1 1 0 0,-1 0-1 0 0,0 0 1 0 0,0 0 0 0 0,7-13-1 0 0,4-8 160 0 0,18-42-1 0 0,-20 35-143 0 0,-2-2-1 0 0,13-55 0 0 0,4-78 118 0 0,-11 60-995 0 0,-17 104 278 0 0,-1 12-1778 0 0,-1 3-5634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5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0 616 1839 0 0,'9'11'15278'0'0,"-8"-12"-14953"0"0,7-2 5117 0 0,-1 0-5941 0 0,-4 0-359 0 0,0 1 954 0 0,-1-1 0 0 0,0 1 0 0 0,0-1 0 0 0,0 1 1 0 0,0-1-1 0 0,0 0 0 0 0,-1 0 0 0 0,1 0 0 0 0,-1 0 0 0 0,0 0 0 0 0,2-5 0 0 0,-1 3-14 0 0,67-220 1453 0 0,12-27-372 0 0,-80 251-1150 0 0,-1-1 0 0 0,1 1 0 0 0,-1 0 0 0 0,1-1 0 0 0,0 1 0 0 0,-1 0 0 0 0,1 0 0 0 0,0 0 0 0 0,0 0 0 0 0,0 0 0 0 0,0 0 0 0 0,0 0 0 0 0,0 0 0 0 0,0 0 0 0 0,0 0 0 0 0,2-1 0 0 0,-2 2-8 0 0,0 0-1 0 0,-1 0 0 0 0,1 0 1 0 0,0 0-1 0 0,-1 1 0 0 0,1-1 1 0 0,0 0-1 0 0,0 0 0 0 0,-1 0 1 0 0,1 1-1 0 0,0-1 1 0 0,-1 0-1 0 0,1 1 0 0 0,0-1 1 0 0,-1 0-1 0 0,1 1 0 0 0,-1-1 1 0 0,1 1-1 0 0,-1-1 0 0 0,1 1 1 0 0,-1-1-1 0 0,1 1 0 0 0,-1 0 1 0 0,1-1-1 0 0,-1 1 0 0 0,0-1 1 0 0,1 1-1 0 0,-1 0 0 0 0,0 0 1 0 0,1-1-1 0 0,-1 2 0 0 0,8 17-20 0 0,-1 0-1 0 0,-1 0 1 0 0,5 32-1 0 0,-4-21 6 0 0,9 38 24 0 0,2 12 46 0 0,30 83 0 0 0,-45-153-35 0 0,2 0-1 0 0,-1 0 1 0 0,1-1 0 0 0,1 0 0 0 0,12 16 0 0 0,-16-22-19 0 0,1 0 1 0 0,0-1 0 0 0,-1 1-1 0 0,1-1 1 0 0,0 0 0 0 0,0 0-1 0 0,0 0 1 0 0,0 0 0 0 0,5 1-1 0 0,-6-2-4 0 0,0 0-1 0 0,0-1 1 0 0,1 1-1 0 0,-1-1 1 0 0,0 0-1 0 0,0 0 1 0 0,0 0-1 0 0,0 0 1 0 0,1 0-1 0 0,-1 0 0 0 0,0-1 1 0 0,0 1-1 0 0,0-1 1 0 0,0 1-1 0 0,0-1 1 0 0,0 0-1 0 0,2-1 1 0 0,0 0 5 0 0,-1 0 0 0 0,0-1 0 0 0,0 1 1 0 0,0-1-1 0 0,0 0 0 0 0,0 0 0 0 0,0 0 1 0 0,-1 0-1 0 0,0 0 0 0 0,1-1 0 0 0,-1 1 0 0 0,2-7 1 0 0,3-7 101 0 0,8-25 0 0 0,-12 33-49 0 0,18-73 208 0 0,17-138 1 0 0,-15 74-205 0 0,-20 122-53 0 0,-2 15-24 0 0,1 0-1 0 0,0 0 0 0 0,3-10 0 0 0,-3 15-241 0 0,0 7-588 0 0,-1 8-4129 0 0,0 3-5262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3 646 5063 0 0,'-1'12'42'0'0,"-1"6"2509"0"0,2-17-2057 0 0,0 0 1 0 0,0 0 0 0 0,1 0-1 0 0,-1 0 1 0 0,0 0 0 0 0,0 0-1 0 0,1 0 1 0 0,-1 0-1 0 0,0 0 1 0 0,1 0 0 0 0,0 2-1 0 0,0-3-350 0 0,-1 1 1 0 0,0-1-1 0 0,1 0 0 0 0,-1 0 0 0 0,0 0 0 0 0,1 0 0 0 0,-1 0 1 0 0,0 1-1 0 0,1-1 0 0 0,-1 0 0 0 0,0 0 0 0 0,1 0 1 0 0,-1 0-1 0 0,0 0 0 0 0,1 0 0 0 0,-1 0 0 0 0,0 0 0 0 0,1 0 1 0 0,-1-1-1 0 0,0 1 0 0 0,1 0 0 0 0,-1 0 0 0 0,0 0 0 0 0,1 0 1 0 0,-1 0-1 0 0,0-1 0 0 0,1 1 0 0 0,-1 0 0 0 0,0 0 0 0 0,0 0 1 0 0,1-1-1 0 0,-1 1 0 0 0,0 0 0 0 0,0 0 0 0 0,0-1 0 0 0,1 1 1 0 0,-1 0-1 0 0,0-1 0 0 0,0 1 0 0 0,0 0 0 0 0,1-1 1 0 0,10-16 819 0 0,-10 15-598 0 0,14-25 492 0 0,-1-1 0 0 0,19-51 0 0 0,10-63 24 0 0,17-44-124 0 0,-55 175-703 0 0,1-4 48 0 0,0-1-1 0 0,1 1 0 0 0,1 0 1 0 0,1 1-1 0 0,13-18 0 0 0,-22 32-84 0 0,1-1 1 0 0,-1 0-1 0 0,1 0 0 0 0,-1 1 0 0 0,1-1 0 0 0,0 0 0 0 0,0 1 0 0 0,-1-1 0 0 0,1 1 0 0 0,0-1 0 0 0,0 1 0 0 0,0-1 0 0 0,-1 1 0 0 0,1 0 0 0 0,0-1 0 0 0,0 1 0 0 0,0 0 0 0 0,0 0 0 0 0,1-1 0 0 0,-1 1-6 0 0,0 1 0 0 0,-1-1-1 0 0,1 0 1 0 0,-1 0 0 0 0,1 1-1 0 0,0-1 1 0 0,-1 0 0 0 0,1 1 0 0 0,-1-1-1 0 0,1 1 1 0 0,-1-1 0 0 0,1 1-1 0 0,-1-1 1 0 0,1 1 0 0 0,-1-1-1 0 0,0 1 1 0 0,1-1 0 0 0,-1 1-1 0 0,0-1 1 0 0,1 2 0 0 0,2 4 27 0 0,-1 1 0 0 0,0 0 0 0 0,-1-1 0 0 0,2 10-1 0 0,-2-8-41 0 0,24 169 60 0 0,8 41-48 0 0,-33-217-5 0 0,5 20 42 0 0,7 21 1 0 0,-10-37-35 0 0,0 0 0 0 0,0 0-1 0 0,0-1 1 0 0,1 1 0 0 0,-1-1 0 0 0,1 1 0 0 0,0-1 0 0 0,0 0-1 0 0,1 0 1 0 0,4 4 0 0 0,-7-7-4 0 0,0 0 0 0 0,0 0 0 0 0,1-1 0 0 0,-1 1 0 0 0,0 0 0 0 0,0-1 0 0 0,0 1-1 0 0,1-1 1 0 0,-1 1 0 0 0,0-1 0 0 0,1 0 0 0 0,-1 0 0 0 0,0 1 0 0 0,1-1 0 0 0,-1 0 0 0 0,0 0 0 0 0,1 0 0 0 0,1-1-1 0 0,0 0 15 0 0,-1 1-1 0 0,0-1 0 0 0,1 0 0 0 0,-1 0 0 0 0,0 0 0 0 0,0-1 0 0 0,0 1 0 0 0,0 0 0 0 0,3-4 0 0 0,1 0 35 0 0,0-1 0 0 0,-1-1 0 0 0,0 1-1 0 0,0-1 1 0 0,4-8 0 0 0,2-8 31 0 0,0 0-1 0 0,-2-1 1 0 0,0 0-1 0 0,-2-1 1 0 0,6-34-1 0 0,11-129 32 0 0,-22 166-94 0 0,4-37-29 0 0,5-89-2320 0 0,-13 152-535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9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7831 0 0,'13'3'3703'0'0,"-12"-3"-3622"0"0,0 0 0 0 0,0 1 0 0 0,0-1 0 0 0,-1 0 1 0 0,1 0-1 0 0,0 1 0 0 0,0-1 0 0 0,0 0 0 0 0,0 0 0 0 0,0 0 0 0 0,0 0 0 0 0,0 0 0 0 0,0 0 0 0 0,0-1 1 0 0,0 1-1 0 0,0 0 0 0 0,-1 0 0 0 0,1-1 0 0 0,0 1 0 0 0,0 0 0 0 0,0-1 0 0 0,0 1 0 0 0,0-1 0 0 0,-1 1 1 0 0,1-1-1 0 0,0 0 0 0 0,-1 1 0 0 0,2-2 0 0 0,9-17 1731 0 0,-10 19-1738 0 0,-1-1 0 0 0,1 0 0 0 0,-1 0 0 0 0,1 0 1 0 0,-1 1-1 0 0,0-1 0 0 0,0 0 0 0 0,0 0 0 0 0,1 0 0 0 0,-1 0 0 0 0,0 0 0 0 0,-5-5 5186 0 0,2 16-5116 0 0,0 1 0 0 0,1-1 0 0 0,0 1 0 0 0,1 0 0 0 0,0 0 0 0 0,0 0 0 0 0,1 0 0 0 0,1 0 0 0 0,0 0 0 0 0,0-1 0 0 0,1 1-1 0 0,4 14 1 0 0,-4-20-103 0 0,0 1-1 0 0,0-1 0 0 0,1 0 0 0 0,-1 0 0 0 0,1 0 1 0 0,0 0-1 0 0,0 0 0 0 0,1 0 0 0 0,-1-1 0 0 0,1 0 0 0 0,6 6 1 0 0,-7-8-4 0 0,1 0 1 0 0,-1 0 0 0 0,1 0-1 0 0,-1 0 1 0 0,1 0 0 0 0,0-1 0 0 0,0 1-1 0 0,0-1 1 0 0,0 0 0 0 0,0 0-1 0 0,0-1 1 0 0,0 1 0 0 0,0-1-1 0 0,0 0 1 0 0,0 0 0 0 0,0 0-1 0 0,7-2 1 0 0,-5 1-8 0 0,0-1 0 0 0,0 0 0 0 0,1 0 1 0 0,-1-1-1 0 0,0 0 0 0 0,-1 0 0 0 0,1 0 0 0 0,-1-1 0 0 0,1 1 0 0 0,-1-1 0 0 0,0-1 0 0 0,0 1 0 0 0,-1-1 1 0 0,1 1-1 0 0,-1-1 0 0 0,0-1 0 0 0,0 1 0 0 0,3-7 0 0 0,-5 7-49 0 0,1 0 0 0 0,0 0 0 0 0,-1 0 0 0 0,0 0 0 0 0,0-1-1 0 0,-1 1 1 0 0,0-1 0 0 0,1 1 0 0 0,-2-1 0 0 0,1 0 0 0 0,-1 1 0 0 0,0-1 0 0 0,0 0 0 0 0,0 1 0 0 0,-1-1 0 0 0,0 1 0 0 0,0-1-1 0 0,0 0 1 0 0,-1 1 0 0 0,0 0 0 0 0,-3-6 0 0 0,5 9 10 0 0,-1 1-1 0 0,0-1 1 0 0,0 1-1 0 0,0-1 1 0 0,0 1-1 0 0,0-1 1 0 0,0 1 0 0 0,-1 0-1 0 0,1-1 1 0 0,0 1-1 0 0,-1 0 1 0 0,1 0-1 0 0,-1 0 1 0 0,1 0-1 0 0,-1 0 1 0 0,1 1 0 0 0,-3-2-1 0 0,3 2 6 0 0,0 0 1 0 0,0 0-1 0 0,0 0 0 0 0,0 0 1 0 0,0 0-1 0 0,0 1 0 0 0,0-1 1 0 0,0 0-1 0 0,0 0 0 0 0,0 1 1 0 0,0-1-1 0 0,0 1 0 0 0,0-1 0 0 0,0 1 1 0 0,1-1-1 0 0,-1 1 0 0 0,0 0 1 0 0,0-1-1 0 0,1 1 0 0 0,-1 0 1 0 0,0 0-1 0 0,1-1 0 0 0,-1 1 1 0 0,0 0-1 0 0,1 0 0 0 0,-1 0 1 0 0,1 0-1 0 0,0 0 0 0 0,-1 0 0 0 0,1 0 1 0 0,-1 1-1 0 0,0 3 17 0 0,-1 0 1 0 0,1 0-1 0 0,0 0 0 0 0,0 1 0 0 0,0-1 0 0 0,1 0 1 0 0,0 0-1 0 0,0 1 0 0 0,0-1 0 0 0,1 0 1 0 0,-1 1-1 0 0,1-1 0 0 0,1 0 0 0 0,-1 0 0 0 0,1 0 1 0 0,0 0-1 0 0,0 0 0 0 0,0 0 0 0 0,5 7 0 0 0,6 8 83 0 0,1 0 0 0 0,0-2-1 0 0,21 20 1 0 0,-17-18-55 0 0,3 3 189 0 0,-1 1 0 0 0,-1 1 0 0 0,-1 1 0 0 0,20 39 0 0 0,-33-56-158 0 0,-1 0 1 0 0,-1 1 0 0 0,1-1-1 0 0,-1 1 1 0 0,-1 0 0 0 0,0 0 0 0 0,0 0-1 0 0,-1 0 1 0 0,-1 0 0 0 0,1 0 0 0 0,-1 0-1 0 0,-1 0 1 0 0,0 0 0 0 0,-1 1 0 0 0,0-2-1 0 0,0 1 1 0 0,-7 17 0 0 0,3-14-26 0 0,0-1 1 0 0,-1 0-1 0 0,0-1 1 0 0,-1 1-1 0 0,0-1 1 0 0,-1-1-1 0 0,0 0 1 0 0,-1 0-1 0 0,0-1 1 0 0,0 0-1 0 0,-1 0 1 0 0,-20 11-1 0 0,23-15-57 0 0,-1-1 1 0 0,1 1-1 0 0,-1-1 0 0 0,0-1 0 0 0,-1 0 0 0 0,1 0 0 0 0,0-1 1 0 0,-1 0-1 0 0,1-1 0 0 0,-1 0 0 0 0,0 0 0 0 0,1-1 0 0 0,-1 0 1 0 0,0-1-1 0 0,1 0 0 0 0,-1-1 0 0 0,0 0 0 0 0,-15-5 0 0 0,20 5-341 0 0,1 0 0 0 0,0 0 0 0 0,-1-1-1 0 0,1 1 1 0 0,0-1 0 0 0,-6-6 0 0 0,-5-8-8960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2.7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3553 5527 0 0,'0'-9'976'0'0,"9"0"678"0"0,1-1-1483 0 0,1 1 1 0 0,0 0 0 0 0,1 1-1 0 0,0 0 1 0 0,19-9-1 0 0,70-24-167 0 0,-48 21 301 0 0,79-32 137 0 0,162-67 670 0 0,430-153 85 0 0,200-27-1116 0 0,-382 135-80 0 0,6 20-12 0 0,-524 138 9 0 0,994-220-167 0 0,-46 39-186 0 0,11 6 275 0 0,-329 64 64 0 0,490-103 16 0 0,-121 38-68 0 0,-927 166 62 0 0,1619-218-112 0 0,-1359 194 118 0 0,168-17 0 0 0,453-33 0 0 0,-180 21 95 0 0,97-8 68 0 0,135-19 155 0 0,-542 52-158 0 0,40-3 19 0 0,-370 35-122 0 0,359-30 147 0 0,440-48 362 0 0,275-26 872 0 0,-907 87-860 0 0,1269-106 1726 0 0,-478 85-1148 0 0,-372 53-1062 0 0,-191 26-704 0 0,-448-18-44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3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1 5527 0 0,'-5'0'726'0'0,"0"0"-1"0"0,1 0 1 0 0,-1 1-1 0 0,0 0 0 0 0,1 0 1 0 0,-1 0-1 0 0,1 0 1 0 0,0 0-1 0 0,-1 1 1 0 0,-4 3-1 0 0,7-4-610 0 0,0 0 0 0 0,1 0 1 0 0,-1 0-1 0 0,1 1 0 0 0,-1-1 0 0 0,1 1 1 0 0,-1-1-1 0 0,1 1 0 0 0,0-1 1 0 0,0 1-1 0 0,0 0 0 0 0,0 0 0 0 0,0 0 1 0 0,0 0-1 0 0,0 0 0 0 0,0-1 0 0 0,1 1 1 0 0,-1 0-1 0 0,1 1 0 0 0,0-1 0 0 0,-1 0 1 0 0,1 4-1 0 0,0 5-1060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7.8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29 5063 0 0,'0'0'72'0'0,"-1"0"0"0"0,1 0 0 0 0,-1 1 0 0 0,1-1 0 0 0,0 0 0 0 0,0 0 0 0 0,-1 1 0 0 0,1-1 0 0 0,0 0 0 0 0,0 1 0 0 0,-1-1 0 0 0,1 0 0 0 0,0 1 0 0 0,0-1 0 0 0,0 0 0 0 0,-1 1 0 0 0,1-1 0 0 0,0 1 0 0 0,0-1 0 0 0,0 0 0 0 0,0 1 0 0 0,0-1 0 0 0,0 1 0 0 0,0-1 0 0 0,0 0 0 0 0,0 1 0 0 0,0-1 0 0 0,0 1-1 0 0,0-1 1 0 0,0 0 0 0 0,0 1 0 0 0,0-1 0 0 0,0 0 0 0 0,1 1 0 0 0,14 7 6048 0 0,-7-9-5031 0 0,127-26 4607 0 0,-118 24-5317 0 0,20-4 547 0 0,54-3 0 0 0,-78 10-836 0 0,0 0-1 0 0,0 1 1 0 0,0 0 0 0 0,-1 1 0 0 0,1 1-1 0 0,-1 0 1 0 0,1 0 0 0 0,13 7 0 0 0,12 9 93 0 0,-2 1 0 0 0,41 30 0 0 0,-47-29-44 0 0,2-1 0 0 0,0-2 0 0 0,48 21 0 0 0,-49-29-110 0 0,2 0 1 0 0,-1-2-1 0 0,38 4 0 0 0,100 3 197 0 0,-11-2-86 0 0,-142-10-110 0 0,-1 0 0 0 0,1 1 0 0 0,-1 1 0 0 0,0 1 0 0 0,0 0 0 0 0,16 9 0 0 0,83 57 58 0 0,-83-50-93 0 0,-19-15 67 0 0,-12-7-60 0 0,0 1 1 0 0,0-1-1 0 0,0 1 0 0 0,0-1 1 0 0,0 1-1 0 0,0 0 1 0 0,0-1-1 0 0,0 1 0 0 0,0 0 1 0 0,0 0-1 0 0,1 1 1 0 0,-2-1-5 0 0,0 0 0 0 0,0 0 1 0 0,1 0-1 0 0,-1-1 0 0 0,0 1 0 0 0,0 0 1 0 0,0 0-1 0 0,0 0 0 0 0,0 0 0 0 0,0 0 1 0 0,-1 0-1 0 0,1 0 0 0 0,0-1 0 0 0,0 1 1 0 0,-1 0-1 0 0,1 0 0 0 0,0 0 1 0 0,-1 0-1 0 0,0 1 0 0 0,0 0 2 0 0,-1 1 0 0 0,1-1 0 0 0,0 0 0 0 0,-1 1 0 0 0,0-1 0 0 0,1 0 0 0 0,-1 0 0 0 0,0 0 0 0 0,0 0 0 0 0,0-1 0 0 0,-3 3 0 0 0,4-3 0 0 0,-1-1 0 0 0,0 1 0 0 0,1 0 0 0 0,-1-1 0 0 0,0 1 0 0 0,0-1 0 0 0,1 0 0 0 0,-1 1 0 0 0,0-1 0 0 0,0 0 0 0 0,1 0 0 0 0,-1 0 0 0 0,0 0 0 0 0,0-1 0 0 0,1 1 0 0 0,-1 0 0 0 0,0-1 0 0 0,-2 0 0 0 0,-7-3-5 0 0,0-1-1 0 0,-17-9 1 0 0,-17-10-1884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36 727 3223 0 0,'-35'-15'15754'0'0,"42"10"-14976"0"0,315-184 2585 0 0,-117 75-2753 0 0,94-68 308 0 0,42-1-1464 0 0,-303 163-5288 0 0,-5 2-2009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8287 0 0,'-2'5'492'0'0,"1"0"0"0"0,-1 0 0 0 0,1 0 0 0 0,1 0 0 0 0,-1 0 0 0 0,1 0 0 0 0,-1 0 0 0 0,2 0 0 0 0,-1 5 0 0 0,1 7 75 0 0,12 342 7540 0 0,-1-79-6776 0 0,-8-121-1957 0 0,25 164 1 0 0,-20-276-7249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1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4486 2303 0 0,'0'-1'33'0'0,"0"0"-1"0"0,0 0 0 0 0,1 1 0 0 0,-1-1 0 0 0,1 0 1 0 0,-1 1-1 0 0,1-1 0 0 0,-1 0 0 0 0,1 1 0 0 0,-1-1 1 0 0,1 0-1 0 0,0 1 0 0 0,-1-1 0 0 0,1 1 0 0 0,0-1 0 0 0,1 0 1 0 0,18-9 732 0 0,-12 5-631 0 0,232-148 3057 0 0,55-31-893 0 0,68 9-530 0 0,-57 31-937 0 0,638-276-494 0 0,-547 271-337 0 0,-186 71 0 0 0,561-173 208 0 0,-506 171-168 0 0,294-71-40 0 0,235-68 2 0 0,-364 95-16 0 0,198-62-36 0 0,113-31 168 0 0,-706 207-122 0 0,964-247 72 0 0,-620 163-68 0 0,322-73 0 0 0,-122 39 0 0 0,211-43 0 0 0,59 5 0 0 0,-183 48-65 0 0,2 14-63 0 0,-471 74 133 0 0,957-136-65 0 0,-816 118 60 0 0,291-35 0 0 0,-69 18 148 0 0,84-8 148 0 0,-382 45-157 0 0,840-78 366 0 0,-746 77-385 0 0,280-18 440 0 0,-458 38-381 0 0,486-19 332 0 0,-120 31-49 0 0,-7 52-654 0 0,-392-26-920 0 0,-84-12-3872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2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 3 2759 0 0,'-78'1'3100'0'0,"4"-2"1456"0"0,68 1-2695 0 0,10-1-178 0 0,12 0 148 0 0,6 4-1118 0 0,0 1 1 0 0,-1 2-1 0 0,0 0 0 0 0,22 9 0 0 0,81 43 351 0 0,-93-43-786 0 0,-21-10-222 0 0,250 115 1073 0 0,-125-63-806 0 0,57 22-22 0 0,168 63-129 0 0,-322-127-172 0 0,42 21 0 0 0,-68-29 0 0 0,0 0 0 0 0,-1 0 0 0 0,0 1 0 0 0,-1 0 0 0 0,1 1 0 0 0,-2 0 0 0 0,14 16 0 0 0,-21-23 0 0 0,0 1 0 0 0,0-1 0 0 0,0 1 0 0 0,-1 0 0 0 0,1-1 0 0 0,-1 1 0 0 0,1 0 0 0 0,-1 0 0 0 0,0 0 0 0 0,0 0 0 0 0,0 5 0 0 0,-1-6 0 0 0,0 0 0 0 0,0 0 0 0 0,-1 0 0 0 0,1 0 0 0 0,0 0 0 0 0,-1 0 0 0 0,0 0 0 0 0,1 0 0 0 0,-1 0 0 0 0,0 0 0 0 0,0-1 0 0 0,0 1 0 0 0,0 0 0 0 0,0-1 0 0 0,0 1 0 0 0,-1 0 0 0 0,1-1 0 0 0,-1 0 0 0 0,-1 3 0 0 0,-5 1 0 0 0,1 1 0 0 0,-1-1 0 0 0,0 0 0 0 0,0 0 0 0 0,0-1 0 0 0,-12 4 0 0 0,-55 16 0 0 0,59-20 0 0 0,-128 33 0 0 0,-71 23 0 0 0,-110 62-141 0 0,70-24 2 0 0,145-59 44 0 0,-394 156-130 0 0,353-131 78 0 0,29-14-2870 0 0,90-35-3859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3.1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569 0 5063 0 0,'-2'2'93'0'0,"0"-1"-1"0"0,0 0 0 0 0,0 1 1 0 0,0-1-1 0 0,1 1 0 0 0,-1 0 1 0 0,0 0-1 0 0,1 0 0 0 0,0-1 0 0 0,-1 1 1 0 0,1 1-1 0 0,-2 2 0 0 0,-7 11 1234 0 0,-34 48 1581 0 0,-52 104 0 0 0,-21 78 800 0 0,-16 64-668 0 0,90-212-2513 0 0,-42 149 0 0 0,80-227-562 0 0,1 1 0 0 0,0-1 0 0 0,0 22 0 0 0,4-32-26 0 0,0-1 1 0 0,0 1-1 0 0,1 0 1 0 0,1 0-1 0 0,-1-1 1 0 0,2 1-1 0 0,-1-1 1 0 0,6 14-1 0 0,12 13-218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0.9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455 0 6447 0 0,'-13'1'791'0'0,"0"0"-1"0"0,0 1 0 0 0,1 0 1 0 0,0 1-1 0 0,-1 0 0 0 0,1 1 1 0 0,0 1-1 0 0,0 0 0 0 0,-18 11 1 0 0,10-4-175 0 0,0 1-1 0 0,0 2 1 0 0,1 0 0 0 0,-19 20 0 0 0,21-16-232 0 0,1 0-1 0 0,1 0 1 0 0,1 2 0 0 0,0 0-1 0 0,2 0 1 0 0,-16 38-1 0 0,11-15 199 0 0,1 2 0 0 0,-14 69 0 0 0,25-90-455 0 0,0-1 0 0 0,2 2 1 0 0,0-1-1 0 0,2 0 0 0 0,2 31 1 0 0,0-48-92 0 0,1 1-1 0 0,0 0 1 0 0,0-1 0 0 0,0 1 0 0 0,1-1 0 0 0,1 1 0 0 0,7 14 0 0 0,-7-18-21 0 0,-1 0 0 0 0,1 1 1 0 0,1-1-1 0 0,-1-1 0 0 0,1 1 1 0 0,0 0-1 0 0,0-1 0 0 0,0 0 0 0 0,0-1 1 0 0,1 1-1 0 0,11 5 0 0 0,-10-6-1 0 0,1 0 0 0 0,0 0 0 0 0,1-1 0 0 0,-1 0 0 0 0,0 0 0 0 0,1-1 1 0 0,-1 0-1 0 0,1-1 0 0 0,-1 0 0 0 0,1 0 0 0 0,-1 0 0 0 0,0-1 0 0 0,1-1 0 0 0,-1 1 0 0 0,0-2 0 0 0,1 1 0 0 0,-1-1 0 0 0,14-7 0 0 0,-12 5-12 0 0,1-2-1 0 0,-1 1 0 0 0,0-1 1 0 0,-1-1-1 0 0,1 0 1 0 0,-2 0-1 0 0,1-1 0 0 0,-1 0 1 0 0,0-1-1 0 0,-1 1 1 0 0,0-2-1 0 0,9-16 0 0 0,-11 15-52 0 0,1-1-1 0 0,-1 1 0 0 0,-1-1 0 0 0,0 0 1 0 0,3-21-1 0 0,-7 28 38 0 0,1 0 0 0 0,-1 0 1 0 0,0 0-1 0 0,0 0 0 0 0,0 1 1 0 0,-1-1-1 0 0,0 0 0 0 0,0 0 1 0 0,0 1-1 0 0,-1-1 0 0 0,0 0 1 0 0,0 1-1 0 0,0 0 0 0 0,-1-1 1 0 0,-4-5-1 0 0,5 8 1 0 0,-1 1 1 0 0,1-1-1 0 0,-1 1 0 0 0,0-1 0 0 0,0 1 1 0 0,0 0-1 0 0,0 0 0 0 0,0 0 0 0 0,0 0 0 0 0,-1 1 1 0 0,1-1-1 0 0,-1 1 0 0 0,1 0 0 0 0,-1 0 1 0 0,1 0-1 0 0,-8-1 0 0 0,5 2-24 0 0,0-1 0 0 0,0 1 1 0 0,-1 0-1 0 0,1 1 0 0 0,0 0 0 0 0,0 0 0 0 0,0 0 0 0 0,0 0 1 0 0,-8 4-1 0 0,14-5 37 0 0,0 0-1 0 0,1 0 1 0 0,-1 0 0 0 0,0 0 0 0 0,0 0 0 0 0,0 0-1 0 0,0 0 1 0 0,0 0 0 0 0,0 0 0 0 0,0 0-1 0 0,0 0 1 0 0,0 0 0 0 0,0 0 0 0 0,0 0 0 0 0,0 0-1 0 0,0 1 1 0 0,0-1 0 0 0,0 0 0 0 0,0 0-1 0 0,0 0 1 0 0,0 0 0 0 0,0 0 0 0 0,0 0 0 0 0,0 0-1 0 0,0 0 1 0 0,0 0 0 0 0,0 0 0 0 0,0 0-1 0 0,0 0 1 0 0,0 1 0 0 0,0-1 0 0 0,0 0 0 0 0,0 0-1 0 0,0 0 1 0 0,0 0 0 0 0,0 0 0 0 0,0 0 0 0 0,0 0-1 0 0,0 0 1 0 0,0 0 0 0 0,0 0 0 0 0,0 0-1 0 0,0 0 1 0 0,0 0 0 0 0,0 1 0 0 0,0-1 0 0 0,0 0-1 0 0,0 0 1 0 0,0 0 0 0 0,0 0 0 0 0,-1 0-1 0 0,1 0 1 0 0,7 1 1 0 0,11-3 84 0 0,-1 0 0 0 0,1-1 0 0 0,-1-1 0 0 0,26-10 0 0 0,-7 3 58 0 0,77-24-9 0 0,-54 15-986 0 0,92-18 1 0 0,-115 33-6764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1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5 761 9215 0 0,'0'0'29'0'0,"0"0"-1"0"0,0 0 1 0 0,0 0-1 0 0,0 0 1 0 0,0 0-1 0 0,0 0 1 0 0,0 0-1 0 0,0 1 1 0 0,0-1-1 0 0,0 0 1 0 0,0 0-1 0 0,-1 0 1 0 0,1 0-1 0 0,0 0 1 0 0,0 0 0 0 0,0 0-1 0 0,0 0 1 0 0,0 0-1 0 0,0 0 1 0 0,0 0-1 0 0,0 0 1 0 0,0 0-1 0 0,-1 0 1 0 0,1 0-1 0 0,0 0 1 0 0,0 0-1 0 0,0 0 1 0 0,0 0-1 0 0,0 0 1 0 0,0 0-1 0 0,0 0 1 0 0,0 0-1 0 0,-1 0 1 0 0,1 0-1 0 0,0 0 1 0 0,0 0-1 0 0,0 0 1 0 0,0 0-1 0 0,0 0 1 0 0,0 0-1 0 0,0 0 1 0 0,0 0-1 0 0,0 0 1 0 0,0 0-1 0 0,-1 0 1 0 0,1-1-1 0 0,-1-5 455 0 0,2-8 434 0 0,10-27 1911 0 0,28-68 0 0 0,28-37-1350 0 0,-46 100-968 0 0,72-136 474 0 0,-71 145-787 0 0,1 1 0 0 0,49-58 0 0 0,-67 88-107 0 0,1 0 0 0 0,0 1 0 0 0,0-1 0 0 0,0 1 0 0 0,1 1 0 0 0,10-7 0 0 0,-16 10-72 0 0,1 0 0 0 0,0 0 0 0 0,0 0 0 0 0,-1 1 0 0 0,1-1 0 0 0,0 1 0 0 0,0-1 1 0 0,0 1-1 0 0,0 0 0 0 0,0 0 0 0 0,0 0 0 0 0,0 0 0 0 0,0 0 0 0 0,0 0 0 0 0,-1 0 0 0 0,1 0 0 0 0,0 1 0 0 0,0-1 0 0 0,0 1 0 0 0,0 0 0 0 0,0-1 0 0 0,-1 1 0 0 0,1 0 0 0 0,0 0 0 0 0,-1 0 0 0 0,1 0 0 0 0,-1 0 0 0 0,1 1 0 0 0,-1-1 0 0 0,1 0 0 0 0,-1 1 0 0 0,1 1 0 0 0,4 4 0 0 0,-2 1 0 0 0,1-1 1 0 0,-1 1-1 0 0,0 0 0 0 0,-1 1 0 0 0,0-1 0 0 0,0 0 0 0 0,0 1 1 0 0,0 10-1 0 0,1 8 87 0 0,2 46 0 0 0,-6 0-102 0 0,-4 0-1 0 0,-21 127 1 0 0,24-194 34 0 0,1-5-176 0 0,0 0-1 0 0,0-1 0 0 0,0 1 1 0 0,0 0-1 0 0,0 0 0 0 0,0 0 1 0 0,0-1-1 0 0,-1 1 0 0 0,1 0 1 0 0,0 0-1 0 0,0-1 0 0 0,-1 1 1 0 0,1 0-1 0 0,-1 0 0 0 0,1-1 1 0 0,0 1-1 0 0,-1 0 0 0 0,1-1 1 0 0,-1 1-1 0 0,0-1 0 0 0,1 1 1 0 0,-1-1-1 0 0,1 1 1 0 0,-1-1-1 0 0,0 1 0 0 0,1-1 1 0 0,-2 1-1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1.8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88 12439 0 0,'0'-14'544'0'0,"2"5"128"0"0,2 1-544 0 0,1 2-128 0 0,3-1 0 0 0,-2 3 0 0 0,3 0 744 0 0,5-2 120 0 0,11-5 32 0 0,6 1 0 0 0,7 4 104 0 0,-2 4 24 0 0,-3 4 8 0 0,0 4 0 0 0,-4 4-784 0 0,-1 3-160 0 0,-1 4-88 0 0,2 1-8616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2.56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13 962 3223 0 0,'-12'-2'9621'0'0,"14"-9"-7694"0"0,59-134 4706 0 0,-28 72-5960 0 0,39-99 33 0 0,81-175-119 0 0,-124 292-269 0 0,-30 80 18 0 0,1-11-326 0 0,0 1-1 0 0,2-1 1 0 0,-1 0 0 0 0,2 1-1 0 0,0-1 1 0 0,1 0-1 0 0,0 0 1 0 0,1-1-1 0 0,0 1 1 0 0,1-1-1 0 0,1 0 1 0 0,0 0-1 0 0,1-1 1 0 0,18 22-1 0 0,-23-31-9 0 0,0 0 0 0 0,0 0 0 0 0,0 0 0 0 0,1 0 0 0 0,-1-1 0 0 0,1 1 0 0 0,0-1 0 0 0,0 0 0 0 0,0 0 0 0 0,0-1 0 0 0,0 1 0 0 0,0-1 0 0 0,0 0 0 0 0,0 0 0 0 0,1 0 0 0 0,-1-1 0 0 0,6 1 0 0 0,-5-1 0 0 0,0-1 0 0 0,0 1 0 0 0,0-1 0 0 0,0-1 0 0 0,0 1 0 0 0,0-1 0 0 0,-1 1 0 0 0,1-1 0 0 0,-1-1 0 0 0,1 1 0 0 0,-1-1 0 0 0,1 1 0 0 0,-1-1 0 0 0,6-6 0 0 0,2-3-72 0 0,0-1 0 0 0,0-1-1 0 0,-1 1 1 0 0,-1-2 0 0 0,0 0-1 0 0,-1 0 1 0 0,11-26 0 0 0,-6 6-275 0 0,-1 0 1 0 0,12-56 0 0 0,-21 71 32 0 0,0 0 0 0 0,2-38 1 0 0,-8 46 131 0 0,2 12 177 0 0,0 0 0 0 0,-1 0 0 0 0,1 0 0 0 0,0 0-1 0 0,0 0 1 0 0,0 0 0 0 0,0 0 0 0 0,0 0 0 0 0,-1 0 0 0 0,1 0 0 0 0,0 0 0 0 0,0 0-1 0 0,0 0 1 0 0,0 0 0 0 0,0 0 0 0 0,0 0 0 0 0,-1 0 0 0 0,1 0 0 0 0,0 0 0 0 0,0 0 0 0 0,0 0-1 0 0,0 0 1 0 0,0 0 0 0 0,-1 0 0 0 0,1 0 0 0 0,0 0 0 0 0,0 1 0 0 0,0-1 0 0 0,0 0 0 0 0,0 0-1 0 0,0 0 1 0 0,0 0 0 0 0,0 0 0 0 0,-1 0 0 0 0,1 0 0 0 0,0 0 0 0 0,0 1 0 0 0,0-1 0 0 0,0 0-1 0 0,-10 20-283 0 0,-11 53 348 0 0,3 0 0 0 0,4 1 1 0 0,-11 148-1 0 0,24-181 197 0 0,7 71 0 0 0,-3-93-504 0 0,0 0 0 0 0,1-1 0 0 0,1 1 0 0 0,1-1 0 0 0,0 0 0 0 0,10 17 0 0 0,-2-11-6907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0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29 305 7831 0 0,'-9'32'919'0'0,"2"1"0"0"0,2-1 0 0 0,1 1 0 0 0,1 0 0 0 0,2 0-1 0 0,5 52 1 0 0,2-49 568 0 0,-6-34-1407 0 0,1 0 0 0 0,-1 0 1 0 0,1-1-1 0 0,0 1 0 0 0,-1 0 1 0 0,1 0-1 0 0,0-1 0 0 0,0 1 1 0 0,0-1-1 0 0,0 1 0 0 0,0-1 1 0 0,1 1-1 0 0,-1-1 0 0 0,0 1 1 0 0,1-1-1 0 0,2 2 0 0 0,-4-3-61 0 0,1 0 0 0 0,-1 0 0 0 0,1 0 1 0 0,0 0-1 0 0,-1 0 0 0 0,1 0 0 0 0,-1 0 0 0 0,1 0 0 0 0,0 0 0 0 0,-1 0 0 0 0,1 0 0 0 0,-1 0 0 0 0,1-1 0 0 0,-1 1 0 0 0,1 0 0 0 0,0 0 0 0 0,-1-1 1 0 0,1 1-1 0 0,-1 0 0 0 0,1-1 0 0 0,-1 1 0 0 0,1 0 0 0 0,-1-1 0 0 0,0 1 0 0 0,1-1 0 0 0,-1 1 0 0 0,1-1 0 0 0,-1 1 0 0 0,0-1 0 0 0,1 1 0 0 0,-1-1 1 0 0,0 1-1 0 0,1-2 0 0 0,8-20 200 0 0,-8 21-196 0 0,4-17 31 0 0,0 0 1 0 0,-2 1-1 0 0,0-2 1 0 0,-1 1-1 0 0,0-35 1 0 0,-13-93-22 0 0,8 118 10 0 0,0 4 124 0 0,0-1 165 0 0,0-1 0 0 0,2 1 0 0 0,3-37 1 0 0,-1 56-232 0 0,0 0 1 0 0,0 1 0 0 0,0-1-1 0 0,1 1 1 0 0,0-1 0 0 0,0 1-1 0 0,1 0 1 0 0,-1 0 0 0 0,1 0-1 0 0,0 0 1 0 0,0 0 0 0 0,1 0-1 0 0,7-7 1 0 0,-5 7-21 0 0,0 0 1 0 0,0 1-1 0 0,1-1 0 0 0,-1 1 1 0 0,1 1-1 0 0,0-1 0 0 0,0 1 0 0 0,1 0 1 0 0,7-2-1 0 0,13-1 12 0 0,1 2 1 0 0,0 0-1 0 0,0 2 1 0 0,39 2-1 0 0,-53 0-91 0 0,9 0-7 0 0,0 1 1 0 0,41 8-1 0 0,-17 4-6182 0 0,-23-5-863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1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44 13359 0 0,'-6'-4'592'0'0,"4"2"120"0"0,2 0-568 0 0,2 0-144 0 0,2 2 0 0 0,3-2 0 0 0,1-1 104 0 0,7 1-8 0 0,10-2 0 0 0,10 0 0 0 0,11 0 264 0 0,0-2 56 0 0,-2 1 0 0 0,-3 1 8 0 0,-3 4-864 0 0,-5 0-168 0 0,-5 4-40 0 0,-6 5-8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3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30 13359 0 0,'-2'2'1424'0'0,"4"0"-1424"0"0,2-2 0 0 0,3 0 792 0 0,-1 0 104 0 0,6 0 32 0 0,11 0 0 0 0,11-2-128 0 0,14 0-16 0 0,8-3-8 0 0,5 1 0 0 0,3-2-456 0 0,1 0-88 0 0,-2 1-16 0 0,-1 3-6120 0 0,1 0-1224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92 3 5527 0 0,'0'0'65'0'0,"-1"0"0"0"0,0-1 1 0 0,1 1-1 0 0,-1 0 0 0 0,1 0 0 0 0,-1-1 0 0 0,0 1 0 0 0,1 0 0 0 0,-1 0 0 0 0,1 0 0 0 0,-1 0 0 0 0,0-1 0 0 0,1 1 0 0 0,-1 0 0 0 0,0 0 0 0 0,1 0 0 0 0,-1 1 0 0 0,0-1 0 0 0,1 0 0 0 0,-1 0 0 0 0,1 0 0 0 0,-1 0 0 0 0,0 1 0 0 0,1-1 0 0 0,-1 0 0 0 0,1 0 0 0 0,-1 1 0 0 0,0-1 1 0 0,1 1-1 0 0,-1-1 0 0 0,1 0 0 0 0,-1 1 0 0 0,1-1 0 0 0,-1 2 0 0 0,-1 1 764 0 0,1 0 0 0 0,-1 0 0 0 0,1 0 0 0 0,0 0 0 0 0,-2 7 0 0 0,0 1 72 0 0,-7 24 560 0 0,2 1 0 0 0,-5 41-1 0 0,0 74 605 0 0,12-141-1938 0 0,-1 14 191 0 0,-5 106 941 0 0,7-102-1028 0 0,2-1 1 0 0,7 47-1 0 0,-5-64-220 0 0,-1-17-8 0 0,0-17-6 0 0,-3-85-35 0 0,0 7 4 0 0,11-9 34 0 0,-9 98 0 0 0,0 0 0 0 0,2 0 0 0 0,0 1 0 0 0,0 0 0 0 0,1-1 0 0 0,10-17 0 0 0,-12 26 5 0 0,0-1 0 0 0,0 1 0 0 0,0 0 0 0 0,1 0-1 0 0,-1 0 1 0 0,1 1 0 0 0,0 0 0 0 0,0-1 0 0 0,0 1 0 0 0,1 0-1 0 0,-1 1 1 0 0,7-3 0 0 0,-4 2 13 0 0,1 0-1 0 0,-1 1 1 0 0,1 0 0 0 0,0 1-1 0 0,-1-1 1 0 0,1 2 0 0 0,11-1-1 0 0,6 3 40 0 0,1 0 0 0 0,-1 2 0 0 0,47 13 0 0 0,-38-8 59 0 0,-1 1-1 0 0,0 2 0 0 0,36 17 1 0 0,-60-24-84 0 0,0 0 1 0 0,0 0 0 0 0,0 1-1 0 0,-1 0 1 0 0,0 1 0 0 0,0-1-1 0 0,0 2 1 0 0,-1-1 0 0 0,0 1-1 0 0,-1 0 1 0 0,0 0 0 0 0,0 1-1 0 0,0 0 1 0 0,-1 0-1 0 0,4 11 1 0 0,-7-14-22 0 0,-1 1-1 0 0,1-1 1 0 0,-1 0 0 0 0,-1 1-1 0 0,1-1 1 0 0,-1 0-1 0 0,0 1 1 0 0,-1-1 0 0 0,1 1-1 0 0,-1-1 1 0 0,0 0 0 0 0,-1 1-1 0 0,0-1 1 0 0,0 0-1 0 0,0 0 1 0 0,-1 0 0 0 0,1 0-1 0 0,-6 7 1 0 0,-3 4 13 0 0,-1-1 0 0 0,0 0 0 0 0,-1-1 1 0 0,-24 23-1 0 0,10-15-38 0 0,0-2 0 0 0,-2 0 0 0 0,0-2 0 0 0,-2-1 0 0 0,0-1 0 0 0,0-2 0 0 0,-1-1 0 0 0,-1-1 0 0 0,-47 10 0 0 0,54-17-381 0 0,-37 4 1 0 0,3-8-5881 0 0,25-4-1036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6 558 7831 0 0,'-4'-41'1012'0'0,"3"0"-1"0"0,1 0 0 0 0,6-44 1 0 0,-3 57-554 0 0,-1-1 246 0 0,8-82 2062 0 0,-6 87-1865 0 0,1 0-1 0 0,11-36 0 0 0,-14 57-812 0 0,-1-1 0 0 0,1 1 1 0 0,0-1-1 0 0,0 1 0 0 0,0 0 0 0 0,1 0 1 0 0,-1 0-1 0 0,1 0 0 0 0,0 0 1 0 0,0 1-1 0 0,-1-1 0 0 0,2 1 0 0 0,-1 0 1 0 0,0 0-1 0 0,0 0 0 0 0,1 0 0 0 0,-1 0 1 0 0,1 1-1 0 0,-1 0 0 0 0,7-2 0 0 0,7-1 35 0 0,0 1-1 0 0,0 1 0 0 0,25 0 0 0 0,-15 0-43 0 0,-15 1-142 0 0,137-4 954 0 0,-133 5-1180 0 0,1 2 0 0 0,-1 0 0 0 0,0 1 0 0 0,0 0 0 0 0,0 2 0 0 0,0-1 0 0 0,14 8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8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7 15663 0 0,'-9'0'1696'0'0,"12"0"-1696"0"0,1 0 0 0 0,0 0 0 0 0,2-2 256 0 0,9 2 24 0 0,10-2 0 0 0,10 2 0 0 0,9-2 56 0 0,2 2 16 0 0,-2 2 0 0 0,-2 0 0 0 0,-5 2-576 0 0,-1 0-120 0 0,-7 5-16 0 0,-2 1-7248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0 172 15199 0 0,'0'-4'672'0'0,"2"-1"144"0"0,2 1-656 0 0,3 0-160 0 0,1 2 0 0 0,0-2 0 0 0,5 0 552 0 0,12-3 80 0 0,19-5 8 0 0,12-5 8 0 0,15-2-8 0 0,0-1-8 0 0,-2 3 0 0 0,-4 0 0 0 0,-1 5-536 0 0,-3-1-96 0 0,-5 7 0 0 0,0 2-8800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5.4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0 155 13359 0 0,'1'1'82'0'0,"-1"-1"0"0"0,0 0-1 0 0,1 0 1 0 0,-1 0 0 0 0,1 0 0 0 0,-1 1-1 0 0,1-1 1 0 0,-1 0 0 0 0,0 0 0 0 0,1 1-1 0 0,-1-1 1 0 0,0 0 0 0 0,1 0-1 0 0,-1 1 1 0 0,0-1 0 0 0,1 1 0 0 0,-1-1-1 0 0,0 0 1 0 0,0 1 0 0 0,1-1 0 0 0,-1 0-1 0 0,0 1 1 0 0,0 0 0 0 0,5 14 981 0 0,-3-9-600 0 0,12 47 1227 0 0,-2 0 0 0 0,7 91-1 0 0,-12-91-1415 0 0,-5-33-148 0 0,1 7 65 0 0,9 38 1 0 0,-11-58-177 0 0,1-1 0 0 0,1 1 0 0 0,-1-1 1 0 0,1 1-1 0 0,0-1 0 0 0,0 0 1 0 0,1 0-1 0 0,0 0 0 0 0,0 0 1 0 0,9 9-1 0 0,-11-14-10 0 0,-1 1 1 0 0,1-1-1 0 0,-1 1 1 0 0,1-1-1 0 0,0 0 0 0 0,0 0 1 0 0,0 0-1 0 0,0 0 0 0 0,0 0 1 0 0,0 0-1 0 0,0 0 0 0 0,0-1 1 0 0,0 1-1 0 0,0-1 0 0 0,0 1 1 0 0,1-1-1 0 0,-1 0 0 0 0,4 0 1 0 0,-4-1 3 0 0,1 1 1 0 0,-1-1-1 0 0,1 0 1 0 0,-1 0-1 0 0,0 0 0 0 0,1 0 1 0 0,-1-1-1 0 0,0 1 1 0 0,0 0-1 0 0,0-1 1 0 0,0 0-1 0 0,0 1 0 0 0,3-4 1 0 0,3-5 40 0 0,-1 0 0 0 0,0 0 0 0 0,-1-1 0 0 0,0 0 1 0 0,6-15-1 0 0,15-45 307 0 0,31-129 1 0 0,6-18-220 0 0,-58 201-266 0 0,13-32 232 0 0,-17 44-431 0 0,1 0-1 0 0,0 1 0 0 0,-1-1 1 0 0,1 1-1 0 0,1-1 0 0 0,6-6 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5.9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95 9671 0 0,'-6'21'1032'0'0,"1"-1"0"0"0,0 1-1 0 0,2 0 1 0 0,-2 40-1 0 0,2-27-490 0 0,0-4 176 0 0,-4 52 1941 0 0,3 108 0 0 0,4-185-2584 0 0,0-3-27 0 0,0 1 0 0 0,0 0 0 0 0,0-1 0 0 0,1 1 1 0 0,-1-1-1 0 0,1 1 0 0 0,-1 0 0 0 0,1-1 0 0 0,2 5 1 0 0,-3-7-47 0 0,0 0 1 0 0,0 0 0 0 0,0 0 0 0 0,0 1 0 0 0,0-1 0 0 0,0 0-1 0 0,1 0 1 0 0,-1 0 0 0 0,0 0 0 0 0,0 0 0 0 0,0 0 0 0 0,0 0-1 0 0,0 0 1 0 0,0 0 0 0 0,0 0 0 0 0,0 0 0 0 0,0 1 0 0 0,0-1-1 0 0,0 0 1 0 0,1 0 0 0 0,-1 0 0 0 0,0 0 0 0 0,0 0 0 0 0,0 0-1 0 0,0 0 1 0 0,0 0 0 0 0,0 0 0 0 0,0 0 0 0 0,1 0 0 0 0,-1 0-1 0 0,0 0 1 0 0,0 0 0 0 0,0 0 0 0 0,0 0 0 0 0,0 0 0 0 0,0 0-1 0 0,0 0 1 0 0,0 0 0 0 0,1 0 0 0 0,-1 0 0 0 0,0 0 0 0 0,0-1-1 0 0,0 1 1 0 0,3-5 48 0 0,-2-11-7 0 0,0 16-41 0 0,0-164 59 0 0,-1 18-532 0 0,2 120 360 0 0,1 0 0 0 0,1 0 1 0 0,11-39-1 0 0,-13 59 137 0 0,0-1 1 0 0,1 1-1 0 0,0 0 0 0 0,0 0 0 0 0,0 0 1 0 0,1 0-1 0 0,0 1 0 0 0,0-1 0 0 0,1 1 1 0 0,-1 0-1 0 0,8-6 0 0 0,-4 5 42 0 0,1 0-1 0 0,-1 0 1 0 0,1 1 0 0 0,0 1-1 0 0,0-1 1 0 0,0 1 0 0 0,11-2-1 0 0,2 0 7 0 0,1 1-1 0 0,-1 2 1 0 0,1 0-1 0 0,0 1 1 0 0,0 1-1 0 0,25 3 1 0 0,-35-1-28 0 0,0 1 1 0 0,0 0 0 0 0,20 6-1 0 0,-26-6-350 0 0,0 1-1 0 0,0 0 0 0 0,-1 0 0 0 0,1 0 0 0 0,-1 1 1 0 0,1 0-1 0 0,9 9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0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12 3223 0 0,'-8'2'-383'0'0,"-7"1"5781"0"0,24-1-1426 0 0,26 0-2705 0 0,0-2-1 0 0,-1-1 1 0 0,47-8 0 0 0,-47 4-1421 0 0,0 2 0 0 0,-1 1 1 0 0,50 3-1 0 0,-58 3-5829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2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67 15663 0 0,'-2'0'1528'0'0,"4"-2"-1360"0"0,2 0-168 0 0,0 0 0 0 0,1 2 0 0 0,3-2 632 0 0,6-3 88 0 0,12-1 16 0 0,9-2 8 0 0,13-3-144 0 0,2 3-32 0 0,4 2-8 0 0,3-1 0 0 0,1 3-400 0 0,-2 2-88 0 0,-1 0-8 0 0,-3 4-9176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7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1 11519 0 0,'-1'0'77'0'0,"1"0"0"0"0,0 0-1 0 0,-1 1 1 0 0,1-1 0 0 0,0 0-1 0 0,-1 1 1 0 0,1-1 0 0 0,0 0-1 0 0,-1 1 1 0 0,1-1 0 0 0,0 0-1 0 0,0 1 1 0 0,-1-1 0 0 0,1 0-1 0 0,0 1 1 0 0,0-1-1 0 0,0 1 1 0 0,0-1 0 0 0,-1 1-1 0 0,1-1 1 0 0,0 0 0 0 0,0 1-1 0 0,0-1 1 0 0,0 1 0 0 0,-2 17 1398 0 0,1-11-1017 0 0,-16 121 4082 0 0,8-76-3468 0 0,-25 85 1 0 0,-19 6-754 0 0,44-123-285 0 0,-1-1 0 0 0,-1 0-1 0 0,0 0 1 0 0,-1-1 0 0 0,-15 16-1 0 0,14-23 7 0 0,10-9-6 0 0,9-6 3 0 0,11-6 93 0 0,0 0 1 0 0,0 2-1 0 0,25-9 0 0 0,-13 5-9 0 0,163-62 457 0 0,-152 61-1343 0 0,0 2 0 0 0,80-11 0 0 0,-82 17-6999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7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73 501 12439 0 0,'-44'54'1344'0'0,"43"-52"-1192"0"0,0 1 0 0 0,-1-1-1 0 0,1 1 1 0 0,1-1-1 0 0,-1 1 1 0 0,-1 4 0 0 0,-1 3 414 0 0,-1 4 31 0 0,0 1 0 0 0,1 0 0 0 0,0-1 0 0 0,1 2 0 0 0,0 21 0 0 0,2-33-489 0 0,0 0 0 0 0,1-1 0 0 0,-1 1 0 0 0,1 0 0 0 0,-1 0 0 0 0,1 0 0 0 0,0 0 0 0 0,1-1 0 0 0,-1 1 0 0 0,1-1 0 0 0,-1 1 0 0 0,1-1 0 0 0,0 1 0 0 0,0-1 0 0 0,1 0 0 0 0,-1 0 0 0 0,1 0 0 0 0,-1 0 0 0 0,1 0 1 0 0,0-1-1 0 0,0 1 0 0 0,0-1 0 0 0,0 0 0 0 0,1 0 0 0 0,-1 0 0 0 0,1 0 0 0 0,3 1 0 0 0,2-1-30 0 0,-1 0 1 0 0,1 0-1 0 0,-1-1 1 0 0,1 0-1 0 0,0-1 1 0 0,0 0-1 0 0,-1 0 1 0 0,1-1-1 0 0,17-3 1 0 0,6-4 34 0 0,37-13-1 0 0,-68 20-109 0 0,32-10 26 0 0,0-2 0 0 0,-1-1 0 0 0,0-2 1 0 0,-1-1-1 0 0,-1-1 0 0 0,-1-2 0 0 0,0-1 0 0 0,-2-1 0 0 0,0-2 0 0 0,31-35 0 0 0,-47 45-39 0 0,0 0 1 0 0,-1-1-1 0 0,-1 0 0 0 0,0-1 1 0 0,-1 0-1 0 0,-1 0 0 0 0,0 0 1 0 0,-1-1-1 0 0,-1 0 0 0 0,-1 0 1 0 0,4-30-1 0 0,-7 35 2 0 0,0 0 0 0 0,-1 0-1 0 0,0 0 1 0 0,-1 0 0 0 0,0 0 0 0 0,-1 0 0 0 0,-1 0-1 0 0,0 1 1 0 0,0-1 0 0 0,-1 1 0 0 0,-1 0-1 0 0,1 0 1 0 0,-2 0 0 0 0,0 0 0 0 0,0 1 0 0 0,-1 0-1 0 0,-15-17 1 0 0,14 19-18 0 0,0-1 0 0 0,-1 2 0 0 0,0 0 0 0 0,-1 0 0 0 0,1 0-1 0 0,-1 1 1 0 0,0 1 0 0 0,-19-9 0 0 0,20 11 1 0 0,-1 1 0 0 0,1 0 0 0 0,0 0-1 0 0,0 0 1 0 0,-1 1 0 0 0,1 1 0 0 0,-1 0 0 0 0,1 0-1 0 0,-1 0 1 0 0,1 2 0 0 0,-11 1 0 0 0,2 2-25 0 0,0 1 1 0 0,1 0 0 0 0,-1 1-1 0 0,1 1 1 0 0,1 1 0 0 0,-1 0-1 0 0,-25 21 1 0 0,9-4-88 0 0,2 2-1 0 0,-39 43 1 0 0,55-54 50 0 0,0 1 0 0 0,0 1 1 0 0,2 1-1 0 0,-14 25 0 0 0,23-38 6 0 0,1 0 1 0 0,0 0-1 0 0,0 0 0 0 0,1 0 1 0 0,0 0-1 0 0,0 1 0 0 0,1-1 1 0 0,-1 1-1 0 0,2-1 0 0 0,-1 1 1 0 0,1 0-1 0 0,0-1 0 0 0,1 1 1 0 0,0-1-1 0 0,0 1 1 0 0,4 13-1 0 0,-3-15-64 0 0,1-1 1 0 0,-1 0 0 0 0,1-1-1 0 0,0 1 1 0 0,0 0-1 0 0,1-1 1 0 0,-1 1 0 0 0,1-1-1 0 0,5 4 1 0 0,18 15-599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7.7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32 203 11055 0 0,'18'202'7104'0'0,"-10"-137"-6033"0"0,23 169 1864 0 0,-5-47-1822 0 0,-26-180-1096 0 0,-4-12-13 0 0,-5-14-8 0 0,-15-50-108 0 0,2-1 0 0 0,-12-74 0 0 0,26 105 112 0 0,2 0 0 0 0,2-1 0 0 0,0-67 0 0 0,5 93 0 0 0,0-1 0 0 0,0 0 0 0 0,2 1 0 0 0,0-1 0 0 0,0 1 0 0 0,2 0 0 0 0,0 0 0 0 0,0 1 0 0 0,1-1 0 0 0,1 1 0 0 0,0 0 0 0 0,1 1 0 0 0,12-16 0 0 0,-6 13 20 0 0,0 1 1 0 0,1 1-1 0 0,0 1 0 0 0,1 0 1 0 0,1 1-1 0 0,-1 0 0 0 0,2 2 1 0 0,0 0-1 0 0,0 0 0 0 0,0 2 0 0 0,33-9 1 0 0,-23 10 35 0 0,-1 1 1 0 0,1 1-1 0 0,0 1 1 0 0,0 2-1 0 0,-1 0 1 0 0,1 2 0 0 0,48 8-1 0 0,-65-7-15 0 0,-1 0 1 0 0,0 1-1 0 0,0 0 0 0 0,0 1 0 0 0,0 0 0 0 0,-1 0 0 0 0,0 1 1 0 0,15 10-1 0 0,-21-13-27 0 0,1 1 1 0 0,-1 0 0 0 0,0 0-1 0 0,0 0 1 0 0,0 0 0 0 0,0 0-1 0 0,-1 1 1 0 0,1-1 0 0 0,-1 1-1 0 0,0-1 1 0 0,0 1 0 0 0,0 0-1 0 0,-1 0 1 0 0,1 0 0 0 0,-1 0-1 0 0,0 0 1 0 0,0 1 0 0 0,0-1-1 0 0,-1 0 1 0 0,0 0 0 0 0,1 1-1 0 0,-2-1 1 0 0,0 7 0 0 0,0-2-21 0 0,-2 0 1 0 0,1-1-1 0 0,-1 1 0 0 0,-1-1 1 0 0,0 0-1 0 0,0 0 0 0 0,0 0 1 0 0,-1-1-1 0 0,0 1 0 0 0,0-1 1 0 0,-1 0-1 0 0,0-1 0 0 0,0 1 1 0 0,-15 10-1 0 0,0-1-63 0 0,-2-1-1 0 0,0-1 1 0 0,-41 19-1 0 0,20-13-906 0 0,0-3-1 0 0,-93 23 1 0 0,88-29-6655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3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1052 14279 0 0,'-1'-1'66'0'0,"1"1"0"0"0,-1 0 0 0 0,1-1-1 0 0,-1 1 1 0 0,1-1 0 0 0,-1 1 0 0 0,1-1-1 0 0,-1 1 1 0 0,1-1 0 0 0,0 1 0 0 0,-1-1-1 0 0,1 1 1 0 0,0-1 0 0 0,-1 1 0 0 0,1-1 0 0 0,0 1-1 0 0,0-1 1 0 0,0 0 0 0 0,-1 1 0 0 0,1-1-1 0 0,0 1 1 0 0,0-1 0 0 0,0 0 0 0 0,0 1-1 0 0,0-1 1 0 0,0 0 0 0 0,0 1 0 0 0,0-1 0 0 0,1 1-1 0 0,-1-2 1 0 0,9-22 956 0 0,-4 14-467 0 0,113-259 4319 0 0,-55 135-4212 0 0,-40 82-456 0 0,5-15 275 0 0,58-95-1 0 0,-82 156-453 0 0,16-23 80 0 0,-19 27-101 0 0,1 1 1 0 0,-1-1-1 0 0,0 1 1 0 0,1 0-1 0 0,-1 0 1 0 0,1-1-1 0 0,-1 1 0 0 0,1 0 1 0 0,-1 0-1 0 0,1 0 1 0 0,0 1-1 0 0,0-1 1 0 0,-1 0-1 0 0,4 0 0 0 0,-5 1-2 0 0,1 0 0 0 0,0 0 0 0 0,0 0 0 0 0,-1 0-1 0 0,1 1 1 0 0,0-1 0 0 0,0 0 0 0 0,-1 0 0 0 0,1 1-1 0 0,0-1 1 0 0,-1 0 0 0 0,1 1 0 0 0,0-1 0 0 0,-1 1-1 0 0,1-1 1 0 0,-1 1 0 0 0,1-1 0 0 0,-1 1 0 0 0,1-1-1 0 0,-1 1 1 0 0,1 0 0 0 0,-1-1 0 0 0,1 1-1 0 0,-1-1 1 0 0,0 1 0 0 0,1 1 0 0 0,6 19 96 0 0,0 34-36 0 0,-6-36-23 0 0,1-1 0 0 0,1 0 0 0 0,7 22 0 0 0,-9-36-36 0 0,1 1 0 0 0,-1-1 0 0 0,1 0 0 0 0,0 0 1 0 0,1 0-1 0 0,-1 0 0 0 0,1 0 0 0 0,0 0 0 0 0,-1-1 0 0 0,2 1 0 0 0,-1-1 0 0 0,0 0 0 0 0,1 0 1 0 0,-1 0-1 0 0,1 0 0 0 0,0-1 0 0 0,7 4 0 0 0,-6-4-5 0 0,0 0 0 0 0,0-1 0 0 0,0 0 1 0 0,0 0-1 0 0,0 0 0 0 0,1-1 0 0 0,-1 1 0 0 0,0-1 0 0 0,0 0 0 0 0,1-1 0 0 0,-1 0 1 0 0,0 1-1 0 0,0-1 0 0 0,0-1 0 0 0,0 1 0 0 0,0-1 0 0 0,0 0 0 0 0,0 0 1 0 0,0-1-1 0 0,8-5 0 0 0,0-1-2 0 0,-1 0 0 0 0,0 0 0 0 0,-1-1 0 0 0,0-1 0 0 0,-1 0 0 0 0,10-13 0 0 0,-4 3-68 0 0,-2-1 0 0 0,0 0-1 0 0,-1-1 1 0 0,-1 0 0 0 0,-2-1-1 0 0,0 0 1 0 0,-1-1 0 0 0,-2 0-1 0 0,0 0 1 0 0,-2 0 0 0 0,-1-1-1 0 0,2-38 1 0 0,-6 58 49 0 0,0 1 0 0 0,-1 0 1 0 0,1-1-1 0 0,-1 1 0 0 0,0 0 1 0 0,0-1-1 0 0,-1 1 0 0 0,1 0 1 0 0,-5-8-1 0 0,6 13 20 0 0,0 0 0 0 0,0-1-1 0 0,0 1 1 0 0,0 0 0 0 0,0-1 0 0 0,0 1 0 0 0,-1 0-1 0 0,1-1 1 0 0,0 1 0 0 0,0 0 0 0 0,0 0-1 0 0,-1-1 1 0 0,1 1 0 0 0,0 0 0 0 0,0 0-1 0 0,-1-1 1 0 0,1 1 0 0 0,0 0 0 0 0,-1 0 0 0 0,1 0-1 0 0,0 0 1 0 0,0-1 0 0 0,-1 1 0 0 0,1 0-1 0 0,0 0 1 0 0,-1 0 0 0 0,1 0 0 0 0,0 0-1 0 0,-1 0 1 0 0,1 0 0 0 0,0 0 0 0 0,-1 0 0 0 0,1 0-1 0 0,0 0 1 0 0,-1 0 0 0 0,1 0 0 0 0,0 0-1 0 0,-1 0 1 0 0,1 1 0 0 0,0-1 0 0 0,-1 0-1 0 0,1 0 1 0 0,0 0 0 0 0,-1 0 0 0 0,1 1 0 0 0,0-1-1 0 0,0 0 1 0 0,-1 0 0 0 0,1 0 0 0 0,0 1-1 0 0,0-1 1 0 0,-1 0 0 0 0,1 1 0 0 0,0-1-1 0 0,0 0 1 0 0,0 0 0 0 0,0 1 0 0 0,0-1 0 0 0,-1 1-1 0 0,-8 20-53 0 0,0 13 99 0 0,2 0 1 0 0,-3 46-1 0 0,7-47-36 0 0,-19 299 75 0 0,23-250-103 0 0,4 0 0 0 0,15 84 0 0 0,-12-129-231 0 0,3-6-65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7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59 368 8751 0 0,'-4'11'892'0'0,"1"0"1"0"0,-3 21-1 0 0,0-1 1215 0 0,-8 30 1566 0 0,-9 92 0 0 0,23-146-3399 0 0,-1-4-190 0 0,1 0 0 0 0,-1 0 0 0 0,1 1 0 0 0,0-1-1 0 0,0 0 1 0 0,0 0 0 0 0,1 0 0 0 0,-1 0 0 0 0,1 0 0 0 0,-1 0 0 0 0,1 0 0 0 0,2 5 0 0 0,-3-8-76 0 0,0 0 1 0 0,1 0-1 0 0,-1 1 1 0 0,0-1-1 0 0,0 0 1 0 0,0 0-1 0 0,0 0 1 0 0,0 0-1 0 0,1 0 1 0 0,-1 0-1 0 0,0 0 1 0 0,0 0-1 0 0,0 1 1 0 0,1-1-1 0 0,-1 0 1 0 0,0 0-1 0 0,0 0 1 0 0,0 0-1 0 0,0 0 0 0 0,1 0 1 0 0,-1 0-1 0 0,0 0 1 0 0,0 0-1 0 0,0 0 1 0 0,1 0-1 0 0,-1 0 1 0 0,0 0-1 0 0,0 0 1 0 0,0-1-1 0 0,1 1 1 0 0,-1 0-1 0 0,0 0 1 0 0,0 0-1 0 0,0 0 1 0 0,0 0-1 0 0,1 0 1 0 0,-1 0-1 0 0,0-1 1 0 0,0 1-1 0 0,8-10 77 0 0,2-13-49 0 0,-2-6 54 0 0,-1 0 0 0 0,5-39 0 0 0,0-61-30 0 0,6-38 183 0 0,-14 143-158 0 0,2 0-1 0 0,0 1 1 0 0,2-1-1 0 0,0 2 1 0 0,2-1 0 0 0,12-21-1 0 0,-19 39-52 0 0,1 0 0 0 0,0 0 0 0 0,0 0-1 0 0,0 0 1 0 0,0 0 0 0 0,1 1 0 0 0,0 0 0 0 0,0 0-1 0 0,0 0 1 0 0,0 0 0 0 0,7-2 0 0 0,-4 2 13 0 0,1 0 0 0 0,0 1 0 0 0,0 0-1 0 0,0 0 1 0 0,0 1 0 0 0,17-1 0 0 0,-3 2-69 0 0,0 1 0 0 0,0 1 0 0 0,0 1 0 0 0,-1 1 0 0 0,31 8 0 0 0,-3 3-489 0 0,-28-6 74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8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42 10135 0 0,'-21'4'896'0'0,"11"-2"-712"0"0,-3 0 2912 0 0,18-2-1368 0 0,3 0 0 0 0,9-2-1424 0 0,8-4-304 0 0,14 2 0 0 0,7-5-72 0 0,9 3-120 0 0,3-2-16 0 0,7-1-8 0 0,-1 3-6760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0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17 155 19807 0 0,'-10'9'880'0'0,"5"-7"176"0"0,3 0-840 0 0,4-2-216 0 0,3 0 0 0 0,1-2 0 0 0,4-3 160 0 0,7-1 0 0 0,14-2-8 0 0,17-7 0 0 0,15-1-24 0 0,6-3-8 0 0,10 0 0 0 0,7 0 0 0 0,1 2-352 0 0,3 1-72 0 0,0 1-16 0 0,-1 5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5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0 927 4143 0 0,'33'-194'12649'0'0,"48"-87"-7734"0"0,-32 163-3780 0 0,-42 103-948 0 0,1 0-1 0 0,1 1 0 0 0,0 1 0 0 0,1-1 0 0 0,20-20 0 0 0,-28 32-141 0 0,1 0-1 0 0,-1 0 1 0 0,1 0 0 0 0,-1 0-1 0 0,1 0 1 0 0,0 1 0 0 0,0-1-1 0 0,-1 1 1 0 0,1 0 0 0 0,0-1-1 0 0,1 2 1 0 0,-1-1-1 0 0,0 0 1 0 0,0 0 0 0 0,0 1-1 0 0,0 0 1 0 0,1 0 0 0 0,-1 0-1 0 0,5 0 1 0 0,-3 1 2 0 0,0 0-1 0 0,-1 1 1 0 0,1-1 0 0 0,-1 1 0 0 0,0 0 0 0 0,0 0-1 0 0,0 1 1 0 0,0-1 0 0 0,0 1 0 0 0,0 0 0 0 0,0 0 0 0 0,-1 0-1 0 0,4 4 1 0 0,9 12-1 0 0,0 1 0 0 0,-1 0 0 0 0,23 41 0 0 0,28 75 148 0 0,-36-70-160 0 0,-13-30-27 0 0,62 115 50 0 0,-76-146-25 0 0,0-1 0 0 0,0 0 0 0 0,0 0 0 0 0,0 0-1 0 0,1 0 1 0 0,4 4 0 0 0,-7-8-23 0 0,0 1 0 0 0,0 0 0 0 0,0-1 1 0 0,0 1-1 0 0,0 0 0 0 0,0-1 0 0 0,0 1 0 0 0,0-1 0 0 0,1 0 0 0 0,-1 1 0 0 0,0-1 1 0 0,0 0-1 0 0,0 0 0 0 0,1 0 0 0 0,-1 0 0 0 0,0 0 0 0 0,0 0 0 0 0,0 0 0 0 0,1 0 1 0 0,-1 0-1 0 0,0-1 0 0 0,0 1 0 0 0,0 0 0 0 0,0-1 0 0 0,0 1 0 0 0,1-1 0 0 0,-1 1 0 0 0,0-1 1 0 0,0 1-1 0 0,0-1 0 0 0,0 0 0 0 0,1-1 0 0 0,1-1 46 0 0,1-1-1 0 0,-1 0 1 0 0,1-1-1 0 0,-1 1 1 0 0,0 0-1 0 0,-1-1 1 0 0,1 0 0 0 0,-1 0-1 0 0,0 1 1 0 0,3-11-1 0 0,0-6 101 0 0,4-28 0 0 0,-8 43-145 0 0,20-265 409 0 0,-1 1-1191 0 0,-18 251 354 0 0,2 1 0 0 0,0 1 1 0 0,8-23-1 0 0,-6 28-410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8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 5063 0 0,'1'0'198'0'0,"0"0"0"0"0,0 0 0 0 0,0 0 0 0 0,0-1 0 0 0,0 1 0 0 0,0 0 0 0 0,0 0 0 0 0,0 0 0 0 0,0 0 0 0 0,0 1-1 0 0,0-1 1 0 0,0 0 0 0 0,0 0 0 0 0,0 1 0 0 0,-1-1 0 0 0,1 0 0 0 0,0 1 0 0 0,0-1 0 0 0,1 1 0 0 0,0 1 374 0 0,0 0 1 0 0,0-1-1 0 0,0 1 1 0 0,0 0-1 0 0,-1 0 0 0 0,1 0 1 0 0,1 3-1 0 0,1 2 366 0 0,0 0 0 0 0,0 0 0 0 0,-1 0 0 0 0,2 8 0 0 0,-1 0-401 0 0,-2-1 0 0 0,1 0-1 0 0,-2 1 1 0 0,0-1 0 0 0,0 1-1 0 0,-1-1 1 0 0,-3 19 0 0 0,-23 102 192 0 0,19-102-357 0 0,-12 46 324 0 0,-29 81 1 0 0,46-155-735 0 0,0 1 0 0 0,-1-1-1 0 0,1 1 1 0 0,-7 7 0 0 0,9-12 2 0 0,0-1 1 0 0,-1 1-1 0 0,1-1 1 0 0,-1 1 0 0 0,1-1-1 0 0,0 1 1 0 0,-1-1-1 0 0,1 1 1 0 0,-1-1-1 0 0,1 1 1 0 0,-1-1 0 0 0,1 0-1 0 0,-1 1 1 0 0,0-1-1 0 0,1 0 1 0 0,-1 1 0 0 0,1-1-1 0 0,-1 0 1 0 0,0 0-1 0 0,1 1 1 0 0,-1-1-1 0 0,0 0 1 0 0,1 0 0 0 0,-1 0-1 0 0,0 0 1 0 0,1 0-1 0 0,-1 0 1 0 0,0 0 0 0 0,1 0-1 0 0,-1 0 1 0 0,0-1-1 0 0,1 1 1 0 0,-1 0-1 0 0,0 0 1 0 0,1-1 0 0 0,-1 1-1 0 0,1 0 1 0 0,-1-1-1 0 0,1 1 1 0 0,-1 0 0 0 0,0-1-1 0 0,1 1 1 0 0,-1-1-1 0 0,1 1 1 0 0,0-1-1 0 0,-1 1 1 0 0,1-1 0 0 0,-1 1-1 0 0,1-1 1 0 0,0 1-1 0 0,-1-1 1 0 0,1 0 0 0 0,0 0-1 0 0,-8-13-884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9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0 176 19807 0 0,'9'-9'880'0'0,"1"1"176"0"0,1 2-840 0 0,1 0-216 0 0,-1 4 0 0 0,-1-1 0 0 0,7-1 352 0 0,6-4 32 0 0,16-5 8 0 0,13-3 0 0 0,11-1-24 0 0,2-2-8 0 0,-3 3 0 0 0,-1 3 0 0 0,-3 0-360 0 0,-8 3-120 0 0,0 4 0 0 0,-4 0-9768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0.7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0 136 8751 0 0,'346'-26'6928'0'0,"-262"16"-5709"0"0,186-21 2176 0 0,314-29-550 0 0,356 52-660 0 0,-633 19-2638 0 0,-176-6-5963 0 0,-34 0-1503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2.0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0 498 10135 0 0,'59'-3'1714'0'0,"228"-35"1223"0"0,-21 4-508 0 0,-67 4-450 0 0,240-32 880 0 0,-295 48-2541 0 0,199-29 22 0 0,-249 27-299 0 0,207-35 303 0 0,5 22-105 0 0,-34 28 8 0 0,102-6 167 0 0,-43-23-272 0 0,152-9 399 0 0,-322 34-402 0 0,193-11 202 0 0,-100-11-310 0 0,13-2 32 0 0,1 21-29 0 0,388 1 478 0 0,-217-1-595 0 0,-368 8 78 0 0,156 12 5 0 0,0-1 0 0 0,127-10 0 0 0,65 30 132 0 0,39-1 35 0 0,-184-43-49 0 0,60-1-107 0 0,-295 14 27 0 0,137 7 256 0 0,-168-6-294 0 0,0 0 0 0 0,-1 1 0 0 0,1 0 0 0 0,0 0 0 0 0,7 4 0 0 0,-12-4 0 0 0,1 0 0 0 0,-1-1 0 0 0,1 2 0 0 0,-1-1 0 0 0,0 0 0 0 0,0 1 0 0 0,0-1 0 0 0,0 1 0 0 0,0 0 0 0 0,-1 0 0 0 0,5 6 0 0 0,-7-8-89 0 0,1 0 1 0 0,-1 0-1 0 0,1 0 0 0 0,-1 0 1 0 0,1-1-1 0 0,-1 1 0 0 0,1 0 1 0 0,0 0-1 0 0,-1-1 0 0 0,1 1 0 0 0,0-1 1 0 0,0 1-1 0 0,0 0 0 0 0,-1-1 1 0 0,1 0-1 0 0,0 1 0 0 0,0-1 1 0 0,0 1-1 0 0,0-1 0 0 0,0 0 0 0 0,0 0 1 0 0,0 1-1 0 0,0-1 0 0 0,0 0 1 0 0,-1 0-1 0 0,1 0 0 0 0,0 0 1 0 0,0 0-1 0 0,2-1 0 0 0,-2 1-134 0 0,0-1 0 0 0,0 1 1 0 0,-1-1-1 0 0,1 1 0 0 0,0-1 0 0 0,0 1 0 0 0,0-1 1 0 0,-1 0-1 0 0,1 0 0 0 0,0 1 0 0 0,-1-1 0 0 0,1 0 1 0 0,0 0-1 0 0,-1 0 0 0 0,1 0 0 0 0,-1 0 0 0 0,1 0 0 0 0,-1 0 1 0 0,0 0-1 0 0,1 0 0 0 0,-1 0 0 0 0,0 0 0 0 0,0 0 1 0 0,0 0-1 0 0,0 0 0 0 0,0 0 0 0 0,0-1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9.7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421 9 9215 0 0,'0'0'93'0'0,"-1"-1"0"0"0,1 1 0 0 0,0 0 0 0 0,0-1-1 0 0,0 1 1 0 0,-1-1 0 0 0,1 1 0 0 0,0-1 0 0 0,0 1 0 0 0,-1 0-1 0 0,1-1 1 0 0,0 1 0 0 0,-1 0 0 0 0,1-1 0 0 0,0 1-1 0 0,-1 0 1 0 0,1 0 0 0 0,-1-1 0 0 0,1 1 0 0 0,-1 0 0 0 0,1 0-1 0 0,0-1 1 0 0,-1 1 0 0 0,1 0 0 0 0,-1 0 0 0 0,1 0-1 0 0,-1 0 1 0 0,1 0 0 0 0,-1 0 0 0 0,1 0 0 0 0,-1 0 0 0 0,0 0-1 0 0,-16 1 1664 0 0,13 0-1415 0 0,0 0 0 0 0,0 1 1 0 0,0-1-1 0 0,0 1 0 0 0,1 0 0 0 0,-1 0 1 0 0,1 1-1 0 0,-1-1 0 0 0,1 1 0 0 0,0-1 1 0 0,-4 5-1 0 0,-2 2 199 0 0,1 1 0 0 0,-11 15 0 0 0,-47 87 1248 0 0,27-42-1346 0 0,38-68-429 0 0,-130 239 899 0 0,118-211-809 0 0,1 0-1 0 0,1 1 1 0 0,2 0 0 0 0,1 1 0 0 0,1-1-1 0 0,-3 46 1 0 0,9-63-52 0 0,1 0-1 0 0,1 0 1 0 0,0 0-1 0 0,1 0 1 0 0,1 0-1 0 0,0 0 1 0 0,0 0 0 0 0,2-1-1 0 0,0 0 1 0 0,10 21-1 0 0,-11-27-29 0 0,0-1-1 0 0,0 1 1 0 0,0-1-1 0 0,1 0 1 0 0,0-1-1 0 0,0 1 1 0 0,0-1-1 0 0,1 0 1 0 0,0 0 0 0 0,0-1-1 0 0,0 0 1 0 0,0 0-1 0 0,1 0 1 0 0,-1-1-1 0 0,1 0 1 0 0,0 0-1 0 0,0-1 1 0 0,0 1-1 0 0,0-2 1 0 0,1 1 0 0 0,11 0-1 0 0,-12-1-16 0 0,0-1-1 0 0,0 0 1 0 0,0 0 0 0 0,0-1-1 0 0,0 0 1 0 0,0 0 0 0 0,0-1-1 0 0,0 0 1 0 0,0 0 0 0 0,-1-1-1 0 0,1 0 1 0 0,-1 0 0 0 0,1 0-1 0 0,-1-1 1 0 0,0 1 0 0 0,0-2-1 0 0,-1 1 1 0 0,1-1 0 0 0,-1 0-1 0 0,0 0 1 0 0,-1 0 0 0 0,1 0-1 0 0,-1-1 1 0 0,0 0 0 0 0,0 0-1 0 0,0 0 1 0 0,-1-1 0 0 0,0 1-1 0 0,-1-1 1 0 0,1 1-1 0 0,-1-1 1 0 0,0 0 0 0 0,-1 0-1 0 0,1-7 1 0 0,-1 6-34 0 0,-1 1 1 0 0,0 0-1 0 0,0 0 0 0 0,-1 0 0 0 0,0 0 0 0 0,0 0 1 0 0,-1 0-1 0 0,0 0 0 0 0,0 0 0 0 0,-5-10 0 0 0,2 7-74 0 0,0 1-1 0 0,-1 0 1 0 0,0 0-1 0 0,0 1 0 0 0,-1 0 1 0 0,-12-12-1 0 0,4 8-41 0 0,1 0-1 0 0,-2 1 1 0 0,0 0-1 0 0,0 1 1 0 0,-1 1-1 0 0,0 1 1 0 0,-29-10-1 0 0,44 17 101 0 0,0 0-1 0 0,-1 0 1 0 0,1 0 0 0 0,0 1-1 0 0,-1-1 1 0 0,1 1 0 0 0,-1 0-1 0 0,1 0 1 0 0,-1 0 0 0 0,1 0-1 0 0,-1 0 1 0 0,1 0 0 0 0,0 0-1 0 0,-1 1 1 0 0,-3 1 0 0 0,6-2 52 0 0,0 0 1 0 0,0 1-1 0 0,0-1 0 0 0,0 1 1 0 0,0-1-1 0 0,0 0 0 0 0,0 1 1 0 0,0-1-1 0 0,0 0 1 0 0,0 1-1 0 0,0-1 0 0 0,0 1 1 0 0,0-1-1 0 0,0 0 1 0 0,0 1-1 0 0,0-1 0 0 0,0 0 1 0 0,1 1-1 0 0,-1-1 0 0 0,0 1 1 0 0,0-1-1 0 0,0 0 1 0 0,1 0-1 0 0,-1 1 0 0 0,0-1 1 0 0,0 0-1 0 0,1 1 0 0 0,-1-1 1 0 0,0 0-1 0 0,1 0 1 0 0,-1 0-1 0 0,0 1 0 0 0,1-1 1 0 0,-1 0-1 0 0,0 0 0 0 0,1 0 1 0 0,15 11 166 0 0,-4-5-108 0 0,1-1 1 0 0,0-1-1 0 0,0 1 0 0 0,0-2 1 0 0,0 0-1 0 0,1-1 0 0 0,-1 0 1 0 0,28 0-1 0 0,7-4 146 0 0,56-9 0 0 0,-83 9-164 0 0,31-5-490 0 0,103-10 1397 0 0,-52 16-7882 0 0,-73 5-308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0.2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1 874 7367 0 0,'0'-6'375'0'0,"1"0"0"0"0,0 1-1 0 0,0-1 1 0 0,1 1 0 0 0,-1-1-1 0 0,1 1 1 0 0,3-6-1 0 0,3-8 247 0 0,51-150 3920 0 0,39-101-244 0 0,-70 203-3199 0 0,70-121-1 0 0,-94 182-1039 0 0,8-14 163 0 0,16-20 0 0 0,-24 36-159 0 0,0-1-1 0 0,0 1 1 0 0,0 0-1 0 0,1 0 1 0 0,-1 0 0 0 0,1 0-1 0 0,0 1 1 0 0,0 0-1 0 0,9-4 1 0 0,-13 6-55 0 0,1 1 1 0 0,-1-1-1 0 0,0 1 1 0 0,1 0 0 0 0,-1 0-1 0 0,0-1 1 0 0,1 1-1 0 0,-1 0 1 0 0,1 0-1 0 0,-1 0 1 0 0,0 1-1 0 0,1-1 1 0 0,-1 0-1 0 0,1 0 1 0 0,-1 1 0 0 0,0-1-1 0 0,1 1 1 0 0,1 0-1 0 0,-1 1 15 0 0,1 0 0 0 0,-1-1 0 0 0,0 1 0 0 0,0 0 0 0 0,0 0 0 0 0,0 0 0 0 0,0 0 0 0 0,3 5 0 0 0,0 2 41 0 0,0 0 0 0 0,0 1 0 0 0,5 17 0 0 0,0 5-77 0 0,-1 1-1 0 0,-2-1 1 0 0,-2 1-1 0 0,-1 1 1 0 0,-1-1-1 0 0,-2 1 1 0 0,-1-1-1 0 0,-8 54 1 0 0,-2-22-603 0 0,-4-1 0 0 0,-2-1 0 0 0,-35 88 0 0 0,43-131-6985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0.4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12895 0 0,'0'7'1152'0'0,"2"-3"-928"0"0,0 2-224 0 0,0-2 0 0 0,2 0 1328 0 0,0-1 216 0 0,0 1 48 0 0,7 2 8 0 0,5 4-776 0 0,12 1-152 0 0,5-1-32 0 0,5-3-8 0 0,3-3-392 0 0,1-2-80 0 0,-2 2-8 0 0,-1-4-6440 0 0,1 0-1288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1 992 3223 0 0,'35'-85'12348'0'0,"31"-41"-7565"0"0,-40 78-3555 0 0,48-92-78 0 0,58-157 1 0 0,-113 251-1090 0 0,-5 11-18 0 0,11-43 1 0 0,-22 61-75 0 0,-4 14-5 0 0,-2 11-13 0 0,-3 9-1 0 0,1 1 1 0 0,1-1-1 0 0,0 1 0 0 0,2 1 1 0 0,0-1-1 0 0,0 27 0 0 0,2-43 50 0 0,1 1 0 0 0,-1 0 0 0 0,1 0 0 0 0,-1 0 0 0 0,1 0 0 0 0,0-1 0 0 0,0 1 0 0 0,0 0 0 0 0,0-1 0 0 0,1 1 0 0 0,-1-1 0 0 0,1 1 0 0 0,1 1 0 0 0,-2-2 0 0 0,0-1 0 0 0,1 0 0 0 0,-1 0 0 0 0,0 0 0 0 0,1 0 0 0 0,-1 0 0 0 0,1 0 0 0 0,-1 0 0 0 0,1-1 0 0 0,-1 1 0 0 0,1-1 0 0 0,-1 1 0 0 0,1-1 0 0 0,0 1 0 0 0,-1-1 0 0 0,1 0 0 0 0,0 1 0 0 0,-1-1 0 0 0,1 0 0 0 0,0 0 0 0 0,-1-1 0 0 0,1 1 0 0 0,2-1 0 0 0,4-1 0 0 0,0-1 0 0 0,0 0 0 0 0,0 0 0 0 0,-1-1 0 0 0,1 0 0 0 0,-1 0 0 0 0,0-1 0 0 0,0 0 0 0 0,0 0 0 0 0,11-12 0 0 0,3-6 0 0 0,28-39 0 0 0,-47 59 0 0 0,23-32-23 0 0,-2 0 0 0 0,-1-1 0 0 0,17-43 0 0 0,-53 120-114 0 0,-12 58 0 0 0,3-10 23 0 0,-44 181 194 0 0,56-207-53 0 0,2 1-1 0 0,1 84 1 0 0,8-133-43 0 0,1-1 1 0 0,2 15-1 0 0,-2-23 6 0 0,0-1-1 0 0,1 1 0 0 0,-1-1 1 0 0,1 1-1 0 0,1-1 0 0 0,-1 0 1 0 0,6 9-1 0 0,-7-12-52 0 0,0-1 0 0 0,0 0-1 0 0,0 0 1 0 0,0 0 0 0 0,0 0 0 0 0,0 0-1 0 0,1 0 1 0 0,-1 0 0 0 0,0 0 0 0 0,1-1 0 0 0,-1 1-1 0 0,1-1 1 0 0,-1 1 0 0 0,0-1 0 0 0,1 1-1 0 0,-1-1 1 0 0,1 0 0 0 0,-1 1 0 0 0,1-1-1 0 0,0 0 1 0 0,-1 0 0 0 0,1 0 0 0 0,-1 0-1 0 0,1-1 1 0 0,-1 1 0 0 0,1 0 0 0 0,1-1 0 0 0,13-6-7579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5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95 243 11975 0 0,'-11'24'862'0'0,"1"0"0"0"0,1 0 0 0 0,1 1 0 0 0,-6 31 0 0 0,7-28-293 0 0,-3 12 722 0 0,1 1 1 0 0,2 0-1 0 0,-2 51 0 0 0,8-85-1183 0 0,2 14 109 0 0,-1-21-200 0 0,0 1 0 0 0,0 0 0 0 0,0 0-1 0 0,0 0 1 0 0,0 0 0 0 0,0-1-1 0 0,1 1 1 0 0,-1 0 0 0 0,0 0-1 0 0,1-1 1 0 0,-1 1 0 0 0,1 0 0 0 0,-1 0-1 0 0,0-1 1 0 0,1 1 0 0 0,-1 0-1 0 0,1-1 1 0 0,0 1 0 0 0,0-1-15 0 0,-1 1 0 0 0,1-1 0 0 0,-1 0 0 0 0,1 0 0 0 0,-1 0 0 0 0,1 0 0 0 0,-1 0 0 0 0,1 0 0 0 0,-1 0 0 0 0,1-1 0 0 0,-1 1 0 0 0,1 0 0 0 0,-1 0 0 0 0,1 0 0 0 0,-1 0 0 0 0,1-1 0 0 0,-1 1 0 0 0,1 0 0 0 0,-1 0 0 0 0,0-1 0 0 0,1 1 0 0 0,-1 0 0 0 0,1-1-1 0 0,-1 1 1 0 0,0 0 0 0 0,1-1 0 0 0,-1 1 0 0 0,0-1 0 0 0,1 1 0 0 0,-1 0 0 0 0,0-1 0 0 0,0 1 0 0 0,0-1 0 0 0,1 0 0 0 0,8-19 26 0 0,-8 18-28 0 0,8-23-8 0 0,-1 0 0 0 0,-1-1-1 0 0,-1 1 1 0 0,3-36 0 0 0,0-107-49 0 0,-9 168 56 0 0,1-34-21 0 0,-1 0-1 0 0,8-58 1 0 0,-6 83 33 0 0,-1 0-1 0 0,2 0 0 0 0,-1-1 0 0 0,2 1 1 0 0,-1 1-1 0 0,1-1 0 0 0,0 1 0 0 0,1-1 1 0 0,0 1-1 0 0,0 0 0 0 0,6-7 0 0 0,-6 11 48 0 0,0 0 0 0 0,0 0-1 0 0,0 1 1 0 0,0-1-1 0 0,1 1 1 0 0,-1 0-1 0 0,1 0 1 0 0,0 1-1 0 0,0 0 1 0 0,0 0-1 0 0,0 0 1 0 0,9-1 0 0 0,10 0 45 0 0,43-2 0 0 0,-60 4-107 0 0,13 0-238 0 0,-1 1 0 0 0,1 1-1 0 0,-1 0 1 0 0,1 2 0 0 0,-1 0 0 0 0,0 2 0 0 0,0 0-1 0 0,30 12 1 0 0,-34-9-7486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7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 14279 0 0,'-9'2'1272'0'0,"5"0"-1016"0"0,2 0-256 0 0,4 0 0 0 0,0-2 856 0 0,0 2 120 0 0,1 2 24 0 0,3 0 8 0 0,6 3-416 0 0,9-3-80 0 0,8 0-24 0 0,9-4 0 0 0,4-2-312 0 0,2 0-64 0 0,1-2-16 0 0,1-3 0 0 0,-2 3-536 0 0,-6 2-104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8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69 13359 0 0,'-4'-2'1184'0'0,"2"2"-944"0"0,4 0-240 0 0,0 0 0 0 0,2 0 1088 0 0,2-2 176 0 0,3 0 32 0 0,7-2 8 0 0,13 1-512 0 0,17-3-104 0 0,6-2-16 0 0,5 0-8 0 0,3-1-376 0 0,-1 1-80 0 0,3 2-16 0 0,-1-1 0 0 0,-1 3-288 0 0,-3 4-56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6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229 404 18631 0 0,'11'1'570'0'0,"-9"-1"-448"0"0,0 0 1 0 0,0 0 0 0 0,0 0-1 0 0,0 0 1 0 0,-1 0-1 0 0,1 0 1 0 0,0 0-1 0 0,0-1 1 0 0,0 1-1 0 0,0-1 1 0 0,3-1-1 0 0,36-13 45 0 0,-20 7 199 0 0,38-19 0 0 0,-32 11-69 0 0,0-1 1 0 0,-1-1-1 0 0,24-22 1 0 0,-39 29-289 0 0,0 1-1 0 0,0-2 1 0 0,-1 1 0 0 0,-1-1 0 0 0,0-1 0 0 0,-1 0 0 0 0,0 0-1 0 0,8-19 1 0 0,-15 28-19 0 0,1 1 0 0 0,-1-1 0 0 0,0 1 0 0 0,0-1 0 0 0,-1 1 0 0 0,1-1 0 0 0,-1 0 0 0 0,0 0 0 0 0,0 1-1 0 0,0-1 1 0 0,0 0 0 0 0,-1 1 0 0 0,1-1 0 0 0,-1 0 0 0 0,0 1 0 0 0,0-1 0 0 0,0 1 0 0 0,-1-1 0 0 0,1 1 0 0 0,-1-1 0 0 0,0 1 0 0 0,0 0 0 0 0,0 0-1 0 0,0 0 1 0 0,-1 0 0 0 0,1 0 0 0 0,-4-2 0 0 0,2 1-44 0 0,-1 1-1 0 0,1-1 1 0 0,-1 1-1 0 0,0 0 0 0 0,-1 0 1 0 0,1 1-1 0 0,0 0 1 0 0,-1 0-1 0 0,1 0 1 0 0,-1 0-1 0 0,0 1 1 0 0,0 0-1 0 0,1 0 0 0 0,-1 1 1 0 0,0-1-1 0 0,-10 2 1 0 0,5 0 0 0 0,1 2 0 0 0,0-1 0 0 0,-1 1 0 0 0,1 1 0 0 0,0 0 0 0 0,0 0 0 0 0,1 1 1 0 0,-1 0-1 0 0,1 1 0 0 0,0 0 0 0 0,-12 10 0 0 0,-7 10-185 0 0,-47 53 1 0 0,31-28 658 0 0,-58 90 0 0 0,84-112-258 0 0,2 0 1 0 0,1 1 0 0 0,1 0 0 0 0,2 1 0 0 0,-10 39 0 0 0,18-57-91 0 0,2 0 0 0 0,0 0 0 0 0,0 0 0 0 0,2 0 0 0 0,-1 0 0 0 0,2 0 0 0 0,-1 0 0 0 0,2 0 0 0 0,3 17 0 0 0,-2-22-45 0 0,-1 0 1 0 0,1 0-1 0 0,0 0 0 0 0,1 0 1 0 0,0-1-1 0 0,0 1 0 0 0,1-1 1 0 0,0 0-1 0 0,0 0 0 0 0,0-1 1 0 0,1 0-1 0 0,0 0 0 0 0,0 0 1 0 0,1 0-1 0 0,8 5 0 0 0,1-2-5 0 0,0-1-1 0 0,0 0 0 0 0,0-1 0 0 0,1-1 0 0 0,0 0 0 0 0,1-1 1 0 0,32 4-1 0 0,9-2-190 0 0,61-3 1 0 0,-73-2-258 0 0,-13-2-1395 0 0,-1 0-5782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1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1057 4143 0 0,'-2'-1'184'0'0,"1"0"0"0"0,0 0 0 0 0,0 0 0 0 0,0 0 0 0 0,0 0 0 0 0,0-1 0 0 0,0 1 0 0 0,1 0 0 0 0,-1-1 0 0 0,0 1 0 0 0,1 0 0 0 0,-1-1 0 0 0,1 1 0 0 0,-1-1 0 0 0,1 1 0 0 0,-1-1 0 0 0,1 1 0 0 0,0-1 0 0 0,0 0 0 0 0,0-1 0 0 0,0-6 1927 0 0,1 0-1 0 0,3-13 1 0 0,-2 4-2237 0 0,50-299 5961 0 0,-14 100-4141 0 0,-33 179-1620 0 0,13-77 326 0 0,36-128-1 0 0,-52 234-372 0 0,-2 6 0 0 0,1 0 1 0 0,0 0 0 0 0,0 1-1 0 0,0-1 1 0 0,0 1-1 0 0,0-1 1 0 0,0 1 0 0 0,1-1-1 0 0,2-3 1 0 0,-4 25 224 0 0,-7 57-1230 0 0,-3 0 1 0 0,-4-1-1 0 0,-31 98 0 0 0,34-137 417 0 0,-29 104-2122 0 0,39-136 2623 0 0,0-1-1 0 0,1 1 1 0 0,-1-1-1 0 0,1 1 1 0 0,0 4 0 0 0,0-8 74 0 0,0 0 1 0 0,0 1 0 0 0,0-1-1 0 0,0 1 1 0 0,0-1-1 0 0,0 1 1 0 0,0-1 0 0 0,0 1-1 0 0,0-1 1 0 0,1 0 0 0 0,-1 1-1 0 0,0-1 1 0 0,0 1 0 0 0,0-1-1 0 0,0 0 1 0 0,1 1-1 0 0,-1-1 1 0 0,0 1 0 0 0,0-1-1 0 0,1 0 1 0 0,-1 1 0 0 0,0-1-1 0 0,1 0 1 0 0,-1 0 0 0 0,0 1-1 0 0,1-1 1 0 0,-1 0 0 0 0,1 0-1 0 0,-1 1 1 0 0,0-1-1 0 0,1 0 1 0 0,-1 0 0 0 0,1 0-1 0 0,-1 0 1 0 0,1 0 0 0 0,-1 0-1 0 0,0 0 1 0 0,1 0 0 0 0,-1 0-1 0 0,1 0 1 0 0,-1 0-1 0 0,1 0 1 0 0,-1 0 0 0 0,1 0-1 0 0,-1 0 1 0 0,0 0 0 0 0,1 0-1 0 0,-1 0 1 0 0,1-1 0 0 0,12-5 269 0 0,-1 0 0 0 0,1-1 1 0 0,-2 0-1 0 0,15-12 0 0 0,17-11 29 0 0,-17 15-123 0 0,1 0 0 0 0,38-13-1 0 0,-56 24-191 0 0,1 0-1 0 0,0 2 1 0 0,0-1 0 0 0,0 1-1 0 0,0 0 1 0 0,0 1-1 0 0,1 1 1 0 0,-1-1 0 0 0,0 2-1 0 0,18 1 1 0 0,-24-1-60 0 0,-1 0 0 0 0,0 0-1 0 0,1 0 1 0 0,-1 1 0 0 0,0-1 0 0 0,0 1 0 0 0,0-1 0 0 0,0 1-1 0 0,0 0 1 0 0,0 0 0 0 0,0 1 0 0 0,-1-1 0 0 0,1 1 0 0 0,3 4-1 0 0,-3-2-159 0 0,0-1 0 0 0,0 1-1 0 0,-1 0 1 0 0,0 0-1 0 0,0 0 1 0 0,0 0-1 0 0,0 1 1 0 0,1 9-1 0 0,-2 1-440 0 0,0 0 0 0 0,-1 0 1 0 0,0 0-1 0 0,-1-1 0 0 0,-5 26 0 0 0,-3-4-62 0 0,-2-1 0 0 0,-16 40 0 0 0,5-17 1876 0 0,4 3 4735 0 0,21-65-5171 0 0,2-4 77 0 0,48-171 2873 0 0,-31 97-3123 0 0,5-32-104 0 0,21-196 0 0 0,-44 273-498 0 0,1-7-401 0 0,1 0 0 0 0,13-43 0 0 0,-14 72-4847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5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78 216 7367 0 0,'-6'13'1017'0'0,"1"1"0"0"0,1 1-1 0 0,0-1 1 0 0,-2 23-1 0 0,-1-1-27 0 0,0-3-164 0 0,-21 111 2819 0 0,23-112-2529 0 0,2 0 1 0 0,1 49-1 0 0,2-78-983 0 0,0-1-62 0 0,0 0 0 0 0,0 1 0 0 0,0-1 0 0 0,0 0 0 0 0,1 0-1 0 0,-1 0 1 0 0,0 0 0 0 0,1 0 0 0 0,0 1 0 0 0,-1-1 0 0 0,1 0 0 0 0,0 0 0 0 0,2 3-1 0 0,-2-5-60 0 0,-1 0 0 0 0,0 0-1 0 0,1 0 1 0 0,-1 0 0 0 0,0 0 0 0 0,1 0-1 0 0,-1 0 1 0 0,0 0 0 0 0,0 0-1 0 0,1 0 1 0 0,-1 0 0 0 0,0 0-1 0 0,1 0 1 0 0,-1 0 0 0 0,0 0-1 0 0,0 0 1 0 0,1 0 0 0 0,-1-1-1 0 0,0 1 1 0 0,1 0 0 0 0,-1 0-1 0 0,0 0 1 0 0,0-1 0 0 0,0 1-1 0 0,1 0 1 0 0,-1 0 0 0 0,0-1-1 0 0,0 1 1 0 0,0 0 0 0 0,0 0-1 0 0,1-1 1 0 0,-1 1 0 0 0,0 0-1 0 0,0 0 1 0 0,0-1 0 0 0,5-11 46 0 0,5-22-4 0 0,-2 0 0 0 0,-1-1 0 0 0,2-37-1 0 0,-4 35-3 0 0,4-48 38 0 0,-3 26 181 0 0,19-84 0 0 0,-23 132-207 0 0,2 1 0 0 0,-1-1 0 0 0,2 1 0 0 0,-1 0 0 0 0,1 0 0 0 0,1 1 0 0 0,7-11 0 0 0,-9 15-16 0 0,0-1 0 0 0,1 1 0 0 0,0 0 0 0 0,0 1 0 0 0,1-1 0 0 0,-1 1 1 0 0,1 0-1 0 0,0 0 0 0 0,0 1 0 0 0,0 0 0 0 0,1 0 0 0 0,9-3 0 0 0,25-6 38 0 0,54-8 0 0 0,-73 17-140 0 0,1 1 1 0 0,-1 0-1 0 0,0 2 0 0 0,29 3 0 0 0,-17 4-541 0 0,-14 5-6054 0 0,-9-2-760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84 18431 0 0,'-18'2'1960'0'0,"71"-15"-1512"0"0,-18 5-601 0 0,145-31 2022 0 0,-59 18-8405 0 0,-83 17-348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9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5 111 18431 0 0,'-2'2'1632'0'0,"0"0"-1240"0"0,4-2-392 0 0,0 0 288 0 0,2 0 48 0 0,2 3 8 0 0,7-3 0 0 0,8-3-24 0 0,8-1 0 0 0,9-2 0 0 0,3-2 0 0 0,9-5-192 0 0,3-1-32 0 0,1-1-16 0 0,0-2 0 0 0,4 1-296 0 0,-3-5-56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8.4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2 728 17047 0 0,'0'1'51'0'0,"0"-1"-1"0"0,-1 1 1 0 0,1-1-1 0 0,0 1 0 0 0,0-1 1 0 0,0 1-1 0 0,0-1 1 0 0,0 1-1 0 0,0-1 1 0 0,0 1-1 0 0,0-1 1 0 0,0 1-1 0 0,0-1 0 0 0,0 1 1 0 0,1-1-1 0 0,-1 1 1 0 0,0-1-1 0 0,0 1 1 0 0,0-1-1 0 0,1 1 1 0 0,-1-1-1 0 0,0 0 0 0 0,0 1 1 0 0,1-1-1 0 0,-1 1 1 0 0,0-1-1 0 0,1 0 1 0 0,-1 1-1 0 0,1-1 1 0 0,-1 0-1 0 0,0 1 0 0 0,1-1 1 0 0,-1 0-1 0 0,1 0 1 0 0,-1 0-1 0 0,1 1 1 0 0,-1-1-1 0 0,1 0 1 0 0,-1 0-1 0 0,1 0 0 0 0,-1 0 1 0 0,1 0-1 0 0,-1 0 1 0 0,1 0-1 0 0,-1 0 1 0 0,1 0-1 0 0,31-1 586 0 0,-24 0-321 0 0,13-2-3 0 0,1 0 0 0 0,-1-2 0 0 0,0 0 0 0 0,0-2 0 0 0,30-13 0 0 0,-16 4-36 0 0,0-3 0 0 0,40-27 1 0 0,-70 42-265 0 0,14-9 58 0 0,25-22 0 0 0,-40 31-64 0 0,1 0 0 0 0,-1 0 0 0 0,0-1 0 0 0,0 1 0 0 0,-1-1 0 0 0,1 0 0 0 0,-1-1-1 0 0,0 1 1 0 0,-1 0 0 0 0,4-11 0 0 0,-5 14-21 0 0,-1 0 0 0 0,0 0 0 0 0,0 0 0 0 0,0-1-1 0 0,0 1 1 0 0,-1 0 0 0 0,1 0 0 0 0,-1 0 0 0 0,1 0 0 0 0,-1 0 0 0 0,0 0 0 0 0,1 0-1 0 0,-1 0 1 0 0,0 0 0 0 0,0 0 0 0 0,-1 0 0 0 0,1 0 0 0 0,0 1 0 0 0,-1-1-1 0 0,1 0 1 0 0,-1 1 0 0 0,1-1 0 0 0,-1 1 0 0 0,-3-3 0 0 0,-6-3-172 0 0,0 0 1 0 0,-22-12 0 0 0,23 15 123 0 0,-86-42-644 0 0,50 25 1238 0 0,43 20-461 0 0,0-1 0 0 0,1 1 0 0 0,-1 0 0 0 0,0-1 0 0 0,1 0 0 0 0,-1 0 1 0 0,1 0-1 0 0,0 0 0 0 0,0 0 0 0 0,-1 0 0 0 0,1 0 0 0 0,1-1 0 0 0,-1 1 0 0 0,0-1 0 0 0,1 1 0 0 0,-3-6 0 0 0,3 5-8 0 0,1 0-1 0 0,-1 0 1 0 0,1 0-1 0 0,-1-1 1 0 0,1 1-1 0 0,0 0 1 0 0,1 0 0 0 0,-1-1-1 0 0,0 1 1 0 0,1 0-1 0 0,0 0 1 0 0,0 0-1 0 0,0 0 1 0 0,0 0 0 0 0,3-6-1 0 0,3-4 26 0 0,1 0-1 0 0,0 0 0 0 0,1 0 1 0 0,1 1-1 0 0,0 1 1 0 0,0-1-1 0 0,1 2 1 0 0,12-10-1 0 0,-1 3-36 0 0,1 0-1 0 0,1 2 1 0 0,38-18-1 0 0,-39 22-116 0 0,0 2 0 0 0,0 1 0 0 0,1 1 0 0 0,0 1 0 0 0,1 1 0 0 0,41-3 0 0 0,-28 7-440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9.0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1 794 17047 0 0,'0'0'105'0'0,"1"1"0"0"0,-1 0 1 0 0,1 0-1 0 0,-1-1 0 0 0,1 1 0 0 0,-1 0 0 0 0,1-1 0 0 0,-1 1 0 0 0,1-1 0 0 0,0 1 0 0 0,0-1 0 0 0,-1 1 0 0 0,1-1 1 0 0,0 1-1 0 0,0-1 0 0 0,-1 1 0 0 0,1-1 0 0 0,0 0 0 0 0,0 0 0 0 0,0 1 0 0 0,0-1 0 0 0,-1 0 0 0 0,1 0 0 0 0,0 0 1 0 0,0 0-1 0 0,0 0 0 0 0,0 0 0 0 0,0 0 0 0 0,1-1 0 0 0,8 1 528 0 0,5-1-442 0 0,1-1 0 0 0,0 0 0 0 0,-1-1 1 0 0,1-1-1 0 0,-1 0 0 0 0,0-1 0 0 0,0-1 1 0 0,-1 0-1 0 0,16-9 0 0 0,5-5-84 0 0,-1-2 0 0 0,43-36 0 0 0,-70 52-102 0 0,10-7 27 0 0,-1-1 1 0 0,23-26 0 0 0,-35 36-29 0 0,-1 0-1 0 0,0 0 1 0 0,-1 0 0 0 0,1 0 0 0 0,-1 0 0 0 0,1 0 0 0 0,-1-1 0 0 0,0 1 0 0 0,-1-1 0 0 0,1 1 0 0 0,-1-1 0 0 0,0 0 0 0 0,0 0-1 0 0,0 1 1 0 0,-1-1 0 0 0,0 0 0 0 0,0-7 0 0 0,-1 7-3 0 0,-1 1 0 0 0,1-1 0 0 0,-1 1-1 0 0,0 0 1 0 0,0 0 0 0 0,-1-1 0 0 0,1 2 0 0 0,-1-1-1 0 0,0 0 1 0 0,0 0 0 0 0,0 1 0 0 0,0 0 0 0 0,-1 0-1 0 0,1 0 1 0 0,-1 0 0 0 0,0 0 0 0 0,0 1 0 0 0,-8-5-1 0 0,-7-2 18 0 0,-1 1-1 0 0,-34-11 0 0 0,25 12 174 0 0,-51-7 0 0 0,0 1 593 0 0,78 13-742 0 0,0 0 0 0 0,1-1 0 0 0,-1 1 0 0 0,0-1 0 0 0,0 1 0 0 0,0-1-1 0 0,1 0 1 0 0,-1 0 0 0 0,0 0 0 0 0,1 0 0 0 0,-1 0 0 0 0,1 0 0 0 0,-1 0 0 0 0,1 0-1 0 0,-2-3 1 0 0,3 3-22 0 0,-1 0 1 0 0,1 0-1 0 0,0 0 0 0 0,-1 0 0 0 0,1 0 0 0 0,0 0 0 0 0,0-1 0 0 0,0 1 0 0 0,0 0 1 0 0,0 0-1 0 0,0 0 0 0 0,0 0 0 0 0,0 0 0 0 0,0-1 0 0 0,1 1 0 0 0,-1 0 1 0 0,1 0-1 0 0,-1 0 0 0 0,0 0 0 0 0,1 0 0 0 0,0 0 0 0 0,-1 0 0 0 0,1 0 1 0 0,0 0-1 0 0,1-1 0 0 0,7-11 32 0 0,1 1 1 0 0,1 0 0 0 0,20-18 0 0 0,42-28-30 0 0,-48 40-17 0 0,13-12-141 0 0,66-47 474 0 0,-89 68-800 0 0,0 0 1 0 0,1 0-1 0 0,1 2 1 0 0,-1 0 0 0 0,19-5-1 0 0,-9 7-7951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4.3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290 0 6447 0 0,'-10'125'1917'0'0,"2"-61"-826"0"0,-12 219 1064 0 0,6-67-830 0 0,-53 1484 5483 0 0,50-684-4825 0 0,2-312-1201 0 0,13-563-738 0 0,-30 909 183 0 0,-13-66-215 0 0,41-746-12 0 0,-3 240 0 0 0,-6 17 129 0 0,6-301-61 0 0,-8 175-57 0 0,14-343-11 0 0,1 4 0 0 0,-7 49 0 0 0,3-65-52 0 0,2-9 7 0 0,2-9 6 0 0,9-71-2787 0 0,-7 55-4428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5.6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0 222 5527 0 0,'0'0'23'0'0,"1"1"0"0"0,-1 0 0 0 0,0-1 0 0 0,0 1 0 0 0,0 0-1 0 0,0 0 1 0 0,1-1 0 0 0,-1 1 0 0 0,0 0 0 0 0,0-1-1 0 0,1 1 1 0 0,-1-1 0 0 0,1 1 0 0 0,-1 0 0 0 0,1-1-1 0 0,-1 1 1 0 0,1-1 0 0 0,-1 1 0 0 0,1-1 0 0 0,-1 0 0 0 0,1 1-1 0 0,-1-1 1 0 0,2 1 0 0 0,-1-1-10 0 0,1 0 0 0 0,-1 0 0 0 0,0 0 0 0 0,0 0 0 0 0,1-1 0 0 0,-1 1 0 0 0,0 0 0 0 0,0-1 0 0 0,0 1 0 0 0,3-2 0 0 0,10-3 192 0 0,157-29 1459 0 0,-48 11-317 0 0,156-15 990 0 0,-191 29-1485 0 0,237-11 2070 0 0,2 17-1258 0 0,-324 3-1652 0 0,353 9 1242 0 0,137-1-210 0 0,470-54-320 0 0,-700 32-512 0 0,294-2 143 0 0,-11 2-8 0 0,-483 10-316 0 0,612-18 300 0 0,-414 21-192 0 0,314 3 13 0 0,-242 20-113 0 0,-74-1-25 0 0,274-11-14 0 0,-106-4 0 0 0,-95 3-1 0 0,71 2 0 0 0,-2 16 14 0 0,50 4 263 0 0,-1-16 188 0 0,-300-11-415 0 0,110 1 25 0 0,103 3-19 0 0,-1 20-56 0 0,-49-2 33 0 0,-243-25-21 0 0,0-3-1 0 0,102-15 1 0 0,-147 13-325 0 0,-1-1-1 0 0,0-2 1 0 0,0 0-1 0 0,-1-1 1 0 0,32-17 0 0 0,-16 3-7200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6.6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0 493 5983 0 0,'9'-8'422'0'0,"0"1"-1"0"0,1-1 0 0 0,-1 2 0 0 0,1-1 1 0 0,19-8-1 0 0,58-20 1009 0 0,-44 20-1292 0 0,-1 0 305 0 0,1 2 0 0 0,0 1 0 0 0,52-6 0 0 0,-26 10 533 0 0,93 1 0 0 0,322-28 1292 0 0,-6-42-914 0 0,-289 44-821 0 0,815-114 870 0 0,-477 121-1379 0 0,-4 40-192 0 0,23 37-442 0 0,-77-5 354 0 0,162-7 834 0 0,-30-20 698 0 0,-78-3-480 0 0,815 129-456 0 0,-1177-120-258 0 0,626 86-263 0 0,-732-106 193 0 0,532 63 245 0 0,-373-32-143 0 0,266 35 207 0 0,-149-28-197 0 0,-184-22-107 0 0,-4 2-432 0 0,-51 0-2639 0 0,-62-14-3749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440 0 6447 0 0,'-5'6'267'0'0,"1"0"0"0"0,-1 1 0 0 0,1 0-1 0 0,1-1 1 0 0,-1 1 0 0 0,1 0 0 0 0,0 1 0 0 0,1-1-1 0 0,-1 1 1 0 0,2-1 0 0 0,-3 15 0 0 0,-35 348 3687 0 0,31 3-2309 0 0,5-162-528 0 0,-65 1043 3573 0 0,35-848-4237 0 0,-50 806 387 0 0,39 230-549 0 0,-6-339-307 0 0,20-745-71 0 0,-10 229 41 0 0,40-580-26 0 0,-1 347 751 0 0,8-178-1718 0 0,8 0-4981 0 0,-12-142-875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7.3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1007 0 0,'221'136'218'0'0,"-122"-74"134"0"0,57 35 217 0 0,157 97 1155 0 0,11-19 256 0 0,544 192 1103 0 0,-457-238-2546 0 0,5-27 136 0 0,521 46 859 0 0,-458-115-1241 0 0,-63-6 38 0 0,-199-4-139 0 0,354 29 532 0 0,-130-17-498 0 0,213 11-96 0 0,-476-39-36 0 0,674 9-20 0 0,-584-25 133 0 0,191-2 394 0 0,156 14-341 0 0,-505-3-376 0 0,-71 0-351 0 0,-5 3-130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8.1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400 183 1839 0 0,'-1'-2'152'0'0,"-1"0"0"0"0,1 0 0 0 0,0 0-1 0 0,-1 0 1 0 0,1 0 0 0 0,0-1 0 0 0,1 1-1 0 0,-1 0 1 0 0,-1-5 0 0 0,-4-12 952 0 0,1 5 38 0 0,0 0 0 0 0,1-1 1 0 0,0 1-1 0 0,2-1 0 0 0,-1 0 0 0 0,1-29 1 0 0,2 44-1092 0 0,-1 0 1 0 0,1-1-1 0 0,0 1 1 0 0,0 0-1 0 0,0 0 1 0 0,0-1-1 0 0,0 1 1 0 0,0 0-1 0 0,1 0 1 0 0,-1-1 0 0 0,0 1-1 0 0,0 0 1 0 0,0 0-1 0 0,0 0 1 0 0,0-1-1 0 0,0 1 1 0 0,0 0-1 0 0,0 0 1 0 0,0 0-1 0 0,1-1 1 0 0,-1 1-1 0 0,0 0 1 0 0,0 0 0 0 0,0 0-1 0 0,0 0 1 0 0,1-1-1 0 0,-1 1 1 0 0,0 0-1 0 0,0 0 1 0 0,0 0-1 0 0,1 0 1 0 0,-1 0-1 0 0,0 0 1 0 0,0 0-1 0 0,0-1 1 0 0,1 1 0 0 0,-1 0-1 0 0,0 0 1 0 0,0 0-1 0 0,1 0 1 0 0,-1 0-1 0 0,0 0 1 0 0,0 0-1 0 0,1 0 1 0 0,-1 0-1 0 0,0 0 1 0 0,0 1-1 0 0,0-1 1 0 0,1 0 0 0 0,12 6 876 0 0,-9-4-749 0 0,18 8 126 0 0,0-1 0 0 0,1-1 0 0 0,0-1 1 0 0,31 5-1 0 0,98 8 25 0 0,-95-13 24 0 0,20 3 169 0 0,115 30 1 0 0,-152-29-466 0 0,-1 3-1 0 0,0 0 1 0 0,-1 3 0 0 0,56 33 0 0 0,-86-45-59 0 0,0 0 0 0 0,-1 1-1 0 0,1 0 1 0 0,-1 0 0 0 0,0 1 0 0 0,-1 0-1 0 0,0 0 1 0 0,7 10 0 0 0,-11-14-8 0 0,0 0 1 0 0,0 1 0 0 0,-1-1-1 0 0,1 1 1 0 0,-1 0 0 0 0,1-1-1 0 0,-1 1 1 0 0,-1 0-1 0 0,1 0 1 0 0,0 0 0 0 0,-1-1-1 0 0,0 1 1 0 0,0 0 0 0 0,0 0-1 0 0,0 0 1 0 0,-1 0-1 0 0,1 0 1 0 0,-1 0 0 0 0,0-1-1 0 0,0 1 1 0 0,-1 0 0 0 0,-2 5-1 0 0,-2 2-48 0 0,-1 0 1 0 0,0 0-1 0 0,-1 0 0 0 0,0-1 1 0 0,-1-1-1 0 0,-12 12 0 0 0,-63 46-493 0 0,64-52 397 0 0,-49 35-115 0 0,-144 77 0 0 0,-184 65 107 0 0,271-133 93 0 0,-151 61 1 0 0,266-116-56 0 0,0 1 0 0 0,-1-1 0 0 0,1 2-1 0 0,-20 13 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8.4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443 0 4143 0 0,'-3'0'114'0'0,"-1"1"-1"0"0,1-1 0 0 0,-1 1 0 0 0,1 0 0 0 0,-1 0 0 0 0,1 0 0 0 0,0 0 0 0 0,-1 1 1 0 0,-3 1-1 0 0,-28 21 2058 0 0,24-17-1688 0 0,-21 17 241 0 0,1 2 0 0 0,1 1 0 0 0,1 1 0 0 0,2 1 0 0 0,1 1 0 0 0,1 2-1 0 0,1 1 1 0 0,-25 48 0 0 0,34-53-663 0 0,2 1-1 0 0,1 1 0 0 0,1 0 0 0 0,-10 48 0 0 0,16-52-703 0 0,1 0-1 0 0,1 0 1 0 0,2 1-1 0 0,0-1 1 0 0,7 52 0 0 0,4-15-4035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0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2759 0 0,'522'61'-188'0'0,"-101"-22"1595"0"0,3-15 193 0 0,1 0-363 0 0,350 9 6 0 0,-486-23-1043 0 0,738 3-34 0 0,-681-12-113 0 0,191-4 117 0 0,-5 1 142 0 0,-256 3-139 0 0,510 6 350 0 0,-303 3-233 0 0,283 7 180 0 0,465 22 74 0 0,-382-21-385 0 0,-462-12-123 0 0,-35-2-8 0 0,186 5-3 0 0,-237 1-25 0 0,298 6 0 0 0,104 16 0 0 0,-319-11 0 0 0,127 16-73 0 0,-273-18 50 0 0,-107-9 23 0 0,618 63 0 0 0,23 22-240 0 0,-165-24-1690 0 0,-239-24-358 0 0,-245-34-222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1.0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828 139 4607 0 0,'-6'-93'3704'0'0,"6"85"-3577"0"0,0 4 174 0 0,0 1 0 0 0,0-1 1 0 0,0 1-1 0 0,0 0 0 0 0,1-1 1 0 0,0-3-1 0 0,-1 6-228 0 0,1 1 0 0 0,-1-1 0 0 0,0 1-1 0 0,1-1 1 0 0,-1 1 0 0 0,0-1 0 0 0,1 1 0 0 0,-1-1 0 0 0,1 1 0 0 0,-1-1 0 0 0,0 1 0 0 0,1-1 0 0 0,-1 1 0 0 0,1 0 0 0 0,0-1-1 0 0,-1 1 1 0 0,1 0 0 0 0,-1-1 0 0 0,1 1 0 0 0,-1 0 0 0 0,1 0 0 0 0,0 0 0 0 0,-1 0 0 0 0,1-1 0 0 0,-1 1 0 0 0,1 0-1 0 0,0 0 1 0 0,-1 0 0 0 0,1 0 0 0 0,0 0 0 0 0,-1 1 0 0 0,1-1 0 0 0,-1 0 0 0 0,1 0 0 0 0,0 0 0 0 0,-1 0 0 0 0,1 1-1 0 0,-1-1 1 0 0,2 1 0 0 0,11 4 484 0 0,1 1 0 0 0,13 8-1 0 0,9 4-75 0 0,24 7 411 0 0,125 31 0 0 0,408 81-315 0 0,-523-121-575 0 0,-60-13-14 0 0,-1 0 0 0 0,0 0-1 0 0,0 1 1 0 0,-1 1 0 0 0,13 7-1 0 0,-21-12 12 0 0,1 1 0 0 0,-1-1 0 0 0,1 1 0 0 0,0-1 0 0 0,-1 1 0 0 0,1-1 0 0 0,-1 1 0 0 0,1-1 0 0 0,-1 1 0 0 0,1-1 0 0 0,-1 1 0 0 0,0 0 0 0 0,1-1 0 0 0,-1 1 0 0 0,0 0 0 0 0,1-1 0 0 0,-1 1 0 0 0,0 0 0 0 0,0 0 0 0 0,0-1 0 0 0,0 1 0 0 0,0 0 0 0 0,0 0 0 0 0,0-1 0 0 0,0 1 0 0 0,0 0 0 0 0,0 0 0 0 0,0-1 0 0 0,0 1 0 0 0,0 0 0 0 0,-1 0 0 0 0,1-1 0 0 0,0 1 0 0 0,0 0 0 0 0,-1-1 0 0 0,1 1 0 0 0,-1 0 0 0 0,1-1 0 0 0,0 1 0 0 0,-1-1 0 0 0,1 1 0 0 0,-2 0 0 0 0,-2 3-5 0 0,0 0 1 0 0,0 0-1 0 0,0-1 1 0 0,-8 5 0 0 0,10-6 11 0 0,-22 12-6 0 0,1-1 0 0 0,-42 17 0 0 0,-54 12 0 0 0,-196 39-63 0 0,36-11 54 0 0,-12 26 9 0 0,6-2 0 0 0,71-21 2 0 0,166-53-8 0 0,0 1 1 0 0,-57 37 0 0 0,98-53 7 0 0,-1 0 0 0 0,1 1 1 0 0,0-1-1 0 0,1 1 1 0 0,-11 13-1 0 0,15-17-138 0 0,0 0 0 0 0,1 1 0 0 0,0-1-1 0 0,-1 1 1 0 0,1-1 0 0 0,0 1 0 0 0,0-1 0 0 0,0 1-1 0 0,0 0 1 0 0,0 2 0 0 0,1-3-160 0 0,0 0 0 0 0,0-1 1 0 0,0 1-1 0 0,0 0 0 0 0,1 0 0 0 0,-1-1 0 0 0,0 1 1 0 0,1 0-1 0 0,-1-1 0 0 0,1 1 0 0 0,0 0 0 0 0,-1-1 1 0 0,1 1-1 0 0,0-1 0 0 0,0 1 0 0 0,0-1 0 0 0,2 3 1 0 0,10 7-4435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1.2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1037 2759 0 0,'2'-14'46'0'0,"-2"3"-9"0"0,1 1 1 0 0,1 0 0 0 0,0-1 0 0 0,0 1 0 0 0,7-17-1 0 0,27-47 2511 0 0,76-110-1 0 0,-103 169-2359 0 0,224-307 4523 0 0,-170 248-3734 0 0,3 3 0 0 0,81-68 1 0 0,-136 130-1161 0 0,0 0 0 0 0,0 1 0 0 0,1 0 0 0 0,1 1 0 0 0,13-5 0 0 0,5 1-5141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6.4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0 409 919 0 0,'7'0'118'0'0,"-1"-1"-1"0"0,1 0 0 0 0,9-3 0 0 0,11-2 768 0 0,-17 5-705 0 0,20-3 998 0 0,53-1 1 0 0,-73 5-811 0 0,1 1-1 0 0,-1 0 0 0 0,1 1 0 0 0,-1 0 0 0 0,1 1 1 0 0,-1 0-1 0 0,0 1 0 0 0,18 8 0 0 0,-2 3 363 0 0,-9-5-390 0 0,0-1 0 0 0,0-1 1 0 0,1 0-1 0 0,0-1 0 0 0,23 5 0 0 0,192 23 907 0 0,-97-17-830 0 0,49 7 528 0 0,343 2 1 0 0,-396-28-390 0 0,1 6 1 0 0,137 23 0 0 0,-86 4-438 0 0,147 20-136 0 0,-32-25-16 0 0,40 5 12 0 0,-280-25 21 0 0,419 39 0 0 0,-377-43 4 0 0,630 36 123 0 0,-138-10 30 0 0,-522-29-159 0 0,352 9 130 0 0,192 2-54 0 0,-101-11 166 0 0,126-12-88 0 0,-127-13-88 0 0,-453 25-64 0 0,62 0 0 0 0,133-16 0 0 0,280-76-29 0 0,-214 32-6 0 0,-27 2 291 0 0,288-97 0 0 0,281-135-204 0 0,-744 247-104 0 0,308-99 44 0 0,-408 137 8 0 0,24-3 0 0 0,-36 8 0 0 0,0-1 0 0 0,0 1 0 0 0,0 0 0 0 0,0 0 0 0 0,0 1 0 0 0,12 2 0 0 0,-18-2-15 0 0,0-1 0 0 0,-1 0 0 0 0,1 0 0 0 0,-1 0-1 0 0,1 0 1 0 0,-1 0 0 0 0,1 1 0 0 0,-1-1 0 0 0,1 0 0 0 0,-1 0-1 0 0,1 1 1 0 0,-1-1 0 0 0,1 1 0 0 0,-1-1 0 0 0,1 0 0 0 0,-1 1-1 0 0,0-1 1 0 0,1 1 0 0 0,-1-1 0 0 0,0 1 0 0 0,1-1 0 0 0,-1 1-1 0 0,0-1 1 0 0,0 1 0 0 0,1-1 0 0 0,-1 1 0 0 0,0-1 0 0 0,0 1-1 0 0,0-1 1 0 0,0 1 0 0 0,0-1 0 0 0,0 1 0 0 0,0 0 0 0 0,0-1-1 0 0,0 1 1 0 0,0-1 0 0 0,0 1 0 0 0,0-1 0 0 0,0 1 0 0 0,0 0-1 0 0,-2 2-371 0 0,1 0 0 0 0,0 0 0 0 0,-1 0 0 0 0,0 0 1 0 0,-3 4-1 0 0,2-3-488 0 0,-6 11-4227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7.0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29 134 2303 0 0,'0'0'73'0'0,"0"-1"1"0"0,1 1-1 0 0,-1-1 0 0 0,0 1 0 0 0,0-1 0 0 0,1 1 0 0 0,-1-1 0 0 0,0 1 0 0 0,1-1 0 0 0,-1 1 0 0 0,1-1 0 0 0,-1 1 0 0 0,1 0 0 0 0,-1-1 0 0 0,1 1 0 0 0,-1 0 0 0 0,1-1 0 0 0,-1 1 0 0 0,1 0 0 0 0,-1 0 0 0 0,1 0 0 0 0,-1-1 0 0 0,1 1 0 0 0,-1 0 0 0 0,1 0 0 0 0,0 0 0 0 0,-1 0 0 0 0,1 0 0 0 0,-1 0 0 0 0,1 0 0 0 0,1 0 0 0 0,0 0 88 0 0,17-3 1339 0 0,28-10-1 0 0,-5 1-420 0 0,91-18 1671 0 0,1 5-1 0 0,227-10 0 0 0,-300 32-2383 0 0,119-1 748 0 0,-134 5-786 0 0,85 13 0 0 0,-125-13-326 0 0,0 0 0 0 0,0 1 0 0 0,0 0 0 0 0,0 0 0 0 0,0 0 0 0 0,0 1 0 0 0,6 3 0 0 0,-10-5-21 0 0,-1 0 1 0 0,0 0-1 0 0,0 0 1 0 0,1 0-1 0 0,-1 0 0 0 0,0 1 1 0 0,0-1-1 0 0,0 0 1 0 0,0 1-1 0 0,0-1 1 0 0,-1 0-1 0 0,1 1 1 0 0,0-1-1 0 0,-1 1 1 0 0,1-1-1 0 0,-1 1 1 0 0,1-1-1 0 0,-1 1 1 0 0,0 0-1 0 0,1-1 0 0 0,-1 1 1 0 0,0-1-1 0 0,0 1 1 0 0,0 0-1 0 0,-1-1 1 0 0,1 1-1 0 0,0 0 1 0 0,0-1-1 0 0,-1 1 1 0 0,1-1-1 0 0,-1 1 1 0 0,0-1-1 0 0,-1 3 1 0 0,-1 2-92 0 0,0-1 0 0 0,-1 1 0 0 0,1-1 0 0 0,-1 0 1 0 0,0-1-1 0 0,-9 9 0 0 0,-34 25-360 0 0,35-30 367 0 0,-26 19-205 0 0,-1-1 0 0 0,-63 29 0 0 0,-91 30 7 0 0,15-9 162 0 0,-124 85 47 0 0,149-56-83 0 0,122-81 150 0 0,2 2-1 0 0,-47 50 0 0 0,72-73-139 0 0,1 1 0 0 0,0 0 0 0 0,0-1 0 0 0,1 1 0 0 0,-1 0 0 0 0,1 0 0 0 0,-1 1 0 0 0,1-1 0 0 0,1 1 0 0 0,-1-1 0 0 0,1 1 0 0 0,-2 7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7.3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0 10591 0 0,'-1'0'51'0'0,"0"0"0"0"0,1 0 0 0 0,-1 1 0 0 0,0-1 0 0 0,1 0 0 0 0,-1 0 0 0 0,1 0 0 0 0,-1 0 1 0 0,0 0-1 0 0,1 1 0 0 0,-1-1 0 0 0,1 0 0 0 0,-1 1 0 0 0,1-1 0 0 0,-1 0 0 0 0,1 1 0 0 0,-1-1 0 0 0,1 0 0 0 0,-1 1 0 0 0,1-1 0 0 0,-1 1 0 0 0,1-1 0 0 0,0 1 0 0 0,-1-1 0 0 0,1 1 0 0 0,0 0 0 0 0,-1-1 0 0 0,1 1 0 0 0,0-1 0 0 0,0 1 0 0 0,-1 0 0 0 0,1-1 0 0 0,0 1 0 0 0,0-1 0 0 0,0 1 0 0 0,0 0 0 0 0,0-1 0 0 0,0 1 0 0 0,0 0 0 0 0,0 0 0 0 0,1 5 463 0 0,0 0 0 0 0,0-1 0 0 0,4 11 1 0 0,-3-7-46 0 0,11 34 1007 0 0,2 0 0 0 0,38 78 0 0 0,-32-80-1498 0 0,-3 0 0 0 0,-1 1 0 0 0,22 88 0 0 0,-27-70-624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17.9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36 2303 0 0,'-24'2'4608'0'0,"29"-6"-4408"0"0,0 0-138 0 0,24-17-25 0 0,-27 20 8 0 0,0 0 0 0 0,1 0 0 0 0,-1 0 0 0 0,0 0 0 0 0,0 0 0 0 0,0 0 0 0 0,1 1 0 0 0,-1-1 0 0 0,1 1 0 0 0,-1 0 0 0 0,0-1-1 0 0,1 1 1 0 0,4 1 0 0 0,-6-1 13 0 0,0 1-1 0 0,0-1 0 0 0,1 1 1 0 0,-1 0-1 0 0,0-1 0 0 0,0 1 0 0 0,0 0 1 0 0,0 0-1 0 0,0 0 0 0 0,0 0 1 0 0,0 0-1 0 0,0 0 0 0 0,0 0 1 0 0,0 0-1 0 0,0 0 0 0 0,-1 1 0 0 0,1-1 1 0 0,-1 0-1 0 0,1 1 0 0 0,-1-1 1 0 0,1 0-1 0 0,-1 1 0 0 0,1-1 1 0 0,-1 0-1 0 0,0 1 0 0 0,0 2 0 0 0,1 4 272 0 0,-1 0-1 0 0,0 0 0 0 0,-1 9 0 0 0,-3 7 501 0 0,2-21-592 0 0,1 1-1 0 0,1 0 1 0 0,-1-1 0 0 0,0 1-1 0 0,1 0 1 0 0,0-1 0 0 0,0 1-1 0 0,0 0 1 0 0,0 0 0 0 0,1-1-1 0 0,-1 1 1 0 0,3 6 0 0 0,-2-7-125 0 0,1-1 1 0 0,-1 0-1 0 0,1 0 1 0 0,0 0-1 0 0,0 0 1 0 0,0 0-1 0 0,0 0 1 0 0,0-1-1 0 0,0 1 1 0 0,0 0-1 0 0,0-1 1 0 0,1 0 0 0 0,-1 0-1 0 0,1 1 1 0 0,-1-2-1 0 0,1 1 1 0 0,-1 0-1 0 0,1 0 1 0 0,3 0-1 0 0,9-5 8 0 0,0 0 0 0 0,0-1 0 0 0,-1 0 0 0 0,0-1 0 0 0,20-11-1 0 0,3-2 354 0 0,13-5-58 0 0,-20 8-190 0 0,34-11-1 0 0,-54 23-207 0 0,1 1 0 0 0,0 0 0 0 0,1 1 0 0 0,-1 0 0 0 0,0 0 0 0 0,0 2 0 0 0,14-1 0 0 0,5 3 42 0 0,1 1 14 0 0,-1-2 1 0 0,0-1-1 0 0,37-6 0 0 0,-34 1-76 0 0,0-1 13 0 0,41-3 0 0 0,-64 9 7 0 0,0 0 1 0 0,1 0 0 0 0,-1 1-1 0 0,1 1 1 0 0,-1 0 0 0 0,0 0 0 0 0,0 1-1 0 0,12 4 1 0 0,-14-4 40 0 0,1 0-1 0 0,-1 0 1 0 0,1-1-1 0 0,-1 0 1 0 0,1-1-1 0 0,-1 0 1 0 0,1 0-1 0 0,17-2 1 0 0,-6-1 66 0 0,-1 0-33 0 0,0 0 0 0 0,18-6 0 0 0,-21 5-28 0 0,1 0 1 0 0,-1 1 0 0 0,0 0-1 0 0,0 2 1 0 0,1 0-1 0 0,-1 0 1 0 0,1 2-1 0 0,17 3 1 0 0,1-1-10 0 0,-1-2 0 0 0,0-2 0 0 0,66-7 0 0 0,-89 6-53 0 0,7 1-1 0 0,24 1 0 0 0,-25 0 0 0 0,-1-1 0 0 0,18-2 0 0 0,-28 2 10 0 0,0 0-1 0 0,1 0 1 0 0,-1 1-1 0 0,0 0 1 0 0,0 0-1 0 0,0 0 1 0 0,0 1-1 0 0,0-1 1 0 0,0 2-1 0 0,6 2 1 0 0,12 4 23 0 0,11-3 123 0 0,-14-3-90 0 0,-7-1-66 0 0,-12-2 0 0 0,0 0 0 0 0,0 0 0 0 0,0 1 0 0 0,-1-1 0 0 0,1 0 0 0 0,0 1 0 0 0,0 0 0 0 0,0-1 0 0 0,0 1 0 0 0,-1 0 0 0 0,1 0 0 0 0,0 0 0 0 0,-1 0 0 0 0,1 0 0 0 0,-1 0 0 0 0,1 1 0 0 0,-1-1 0 0 0,1 0 0 0 0,-1 1 0 0 0,0-1 0 0 0,2 4 0 0 0,6 18-2586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25.9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76 1839 0 0,'4'-16'8696'0'0,"-3"15"-8719"0"0,8-5 622 0 0,0-1-1 0 0,0 0 1 0 0,-1 0-1 0 0,0-1 1 0 0,12-14 607 0 0,-20 22-1159 0 0,0-1 0 0 0,1 1-1 0 0,-1 0 1 0 0,0 0 0 0 0,1 0 0 0 0,-1 0-1 0 0,0 0 1 0 0,1 0 0 0 0,-1 0 0 0 0,0 0-1 0 0,1 0 1 0 0,-1 0 0 0 0,1 0 0 0 0,-1 0-1 0 0,14 6 987 0 0,-2-1-7 0 0,-7-2-993 0 0,2 1 85 0 0,0-1 0 0 0,0 0 0 0 0,0 0 0 0 0,12 3 0 0 0,3-2 154 0 0,-1 1 0 0 0,22 8-1 0 0,-25-7-87 0 0,0 0 0 0 0,0-2 0 0 0,27 4 0 0 0,-4-4 69 0 0,4 0-166 0 0,72-2-1 0 0,-12-4-88 0 0,39-3 68 0 0,-19-12 62 0 0,-84 14-80 0 0,0 1-1 0 0,54 5 1 0 0,-8-1 1 0 0,-18-4-51 0 0,-39 0 8 0 0,55 4 1 0 0,-77-2-3 0 0,-1 0 0 0 0,0 0 0 0 0,1-1 0 0 0,-1 0 0 0 0,0 0 0 0 0,0 0 1 0 0,1-1-1 0 0,-1 0 0 0 0,0-1 0 0 0,-1 1 0 0 0,1-2 0 0 0,9-5 0 0 0,-12 8-4 0 0,-1-1 0 0 0,0 1 0 0 0,0 0 0 0 0,0 0 0 0 0,1 0 0 0 0,-1 0 0 0 0,0 0 0 0 0,7 1 0 0 0,-12 3-213 0 0,-3 1-466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39.07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7 104 5063 0 0,'-7'14'8399'0'0,"14"-13"-7719"0"0,-1-1-591 0 0,79 2 2695 0 0,-14-3-803 0 0,78 7-1 0 0,-43 0-1421 0 0,-49-6-375 0 0,72-11 0 0 0,-15 1-63 0 0,70 5 64 0 0,-78 4 2 0 0,175-25 0 0 0,-34-4-127 0 0,-96 14-64 0 0,-118 10-174 0 0,39-12-1 0 0,-41 10-1266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7:46.382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97 1375 0 0,'13'4'6856'0'0,"0"0"-6269"0"0,1 0-1 0 0,0-1 1 0 0,0 0-1 0 0,1-2 1 0 0,27 1-1 0 0,-11-4-197 0 0,-5 0 312 0 0,45-8 0 0 0,40-10 684 0 0,125-7 0 0 0,-234 26-1385 0 0,118-16 176 0 0,-44 4 235 0 0,-45 9-73 0 0,-1 2-1 0 0,56 3 1 0 0,-75 1-284 0 0,1 0 0 0 0,16 5-1 0 0,-16-3-44 0 0,-1-2-1 0 0,14 3 1 0 0,-20-5 0 0 0,0 2-1 0 0,1-1 1 0 0,8 4 0 0 0,15 2 9 0 0,-26-6-18 0 0,5 0 0 0 0,0 0 0 0 0,0-1 0 0 0,-1 0 0 0 0,1 0 0 0 0,0-1 0 0 0,16-3 0 0 0,-21 4-1 0 0,0-1 0 0 0,1 0 0 0 0,-1-1 1 0 0,0 1-1 0 0,0 0 0 0 0,1-1 0 0 0,-1 0 0 0 0,-1 0 0 0 0,1 0 0 0 0,0 0 0 0 0,0 0 0 0 0,2-4 0 0 0,-4 3-248 0 0,1 0 0 0 0,-1 0 0 0 0,0 0 0 0 0,-1 0 0 0 0,1 0 0 0 0,0 0 0 0 0,-1-1 0 0 0,0-2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02.758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1 101 2759 0 0,'10'-6'8151'0'0,"-3"4"-8119"0"0,63-13 2729 0 0,-60 13-2257 0 0,0 1 0 0 0,1 0 0 0 0,-1 0-1 0 0,0 1 1 0 0,17 2 0 0 0,-4 4 267 0 0,41 16 1 0 0,-50-16-640 0 0,0 0-1 0 0,1-2 1 0 0,0 1 0 0 0,0-2 0 0 0,0 0-1 0 0,26 1 1 0 0,-4-6 219 0 0,-1-1 0 0 0,65-16 0 0 0,-55 10-38 0 0,48-5 1 0 0,-25 12-11 0 0,83 8-1 0 0,-5 0-275 0 0,-59-9 83 0 0,138-23 0 0 0,-167 14 25 0 0,-41 8-84 0 0,0 0 0 0 0,1 1 0 0 0,0 1 0 0 0,-1 1 0 0 0,33 1 0 0 0,32 14-66 0 0,-50-8-19 0 0,1-1 0 0 0,41 1 0 0 0,295-1 34 0 0,-314-5 0 0 0,-13 2 0 0 0,0-3 0 0 0,-1-1 0 0 0,72-14 0 0 0,-42-3 0 0 0,-31 8 0 0 0,52-8 0 0 0,-50 13 0 0 0,0 2 0 0 0,74 2 0 0 0,-72 5 0 0 0,128 6 0 0 0,-50-2-64 0 0,-104-7 64 0 0,1 1 0 0 0,25 4 0 0 0,-39-4 0 0 0,-1 0 0 0 0,1 1 0 0 0,-1-1 0 0 0,0 1 0 0 0,0 0 0 0 0,1 0 0 0 0,-1 1 0 0 0,5 3 0 0 0,-7-5 0 0 0,0 0 0 0 0,0 0 0 0 0,1 0 0 0 0,-1 0 0 0 0,0-1 0 0 0,1 0 0 0 0,-1 1 0 0 0,0-1 0 0 0,1 0 0 0 0,-1 0 0 0 0,0-1 0 0 0,1 1 0 0 0,-1-1 0 0 0,4-1 0 0 0,18 0 0 0 0,-24 1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06.293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0 32 5983 0 0,'0'-11'464'0'0,"43"29"4503"0"0,-36-16-4664 0 0,0-1 1 0 0,0 1-1 0 0,0-1 1 0 0,0 0-1 0 0,0-1 1 0 0,0 0-1 0 0,0 0 0 0 0,12-2 1 0 0,2-2 418 0 0,31-10 1 0 0,-30 8-16 0 0,26-5 1 0 0,-12 6 115 0 0,1 3 0 0 0,0 1 1 0 0,37 3-1 0 0,-1 2-534 0 0,66 4-121 0 0,-107-4-116 0 0,-5-1 84 0 0,0-1 1 0 0,1-1-1 0 0,31-3 1 0 0,-47 0-110 0 0,-1 0 0 0 0,1 1 0 0 0,0 1 0 0 0,0 0 0 0 0,0 1 0 0 0,18 3 0 0 0,-29-4-163 0 0,1 1 0 0 0,-1-1 0 0 0,0 1-1 0 0,0 0 1 0 0,1-1 0 0 0,-1 1 0 0 0,0 0 0 0 0,0 0 0 0 0,0 0 0 0 0,0 0 0 0 0,0 0 0 0 0,2 2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08.111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0 237 5063 0 0,'13'-10'2346'0'0,"12"-6"-977"0"0,1 1 1 0 0,0 1 0 0 0,1 2 0 0 0,52-17-1 0 0,-46 20-631 0 0,1 1-1 0 0,-1 2 1 0 0,69-3-1 0 0,134 11 1643 0 0,-204-2-2089 0 0,0-1-1 0 0,42-7 0 0 0,62-19 211 0 0,-41 7-205 0 0,-27 7-217 0 0,19-4 105 0 0,98-7 1 0 0,-177 24-180 0 0,1 0-1 0 0,-1 0 1 0 0,1 1 0 0 0,-1 0-1 0 0,11 3 1 0 0,-16-3-148 0 0,1 0 1 0 0,-1 0-1 0 0,1 0 1 0 0,-1 1-1 0 0,1-1 1 0 0,-1 1-1 0 0,0 0 0 0 0,0 0 1 0 0,0 0-1 0 0,0 0 1 0 0,0 1-1 0 0,0-1 1 0 0,-1 1-1 0 0,4 4 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10.033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16 0 2759 0 0,'-15'10'14847'0'0,"20"-10"-14841"0"0,6 1 354 0 0,-1 0 1 0 0,1 0 0 0 0,-1 1 0 0 0,11 3-1 0 0,104 24 1392 0 0,-119-27-1688 0 0,18 3 50 0 0,-1-2-1 0 0,0 0 0 0 0,37-1 1 0 0,-33-3-104 0 0,24-2 63 0 0,-22 0 72 0 0,52 0 0 0 0,-58 4-60 0 0,35-1-40 0 0,0 3 1 0 0,93 16-1 0 0,-108-10-34 0 0,0-1-1 0 0,0-3 1 0 0,1-2 0 0 0,0-2-1 0 0,74-6 1 0 0,114-13 97 0 0,-154 14-88 0 0,-48 2 20 0 0,79 0 37 0 0,-68 5-55 0 0,53 14-1 0 0,-63-11-13 0 0,0 0 0 0 0,0-2 0 0 0,48 0 0 0 0,-68-5-8 0 0,23-1 16 0 0,0 2 0 0 0,1 1 0 0 0,34 5 0 0 0,-52-3-16 0 0,1-1 0 0 0,1-1 0 0 0,33-1 0 0 0,-40-1 0 0 0,0-1 0 0 0,0 0 0 0 0,0-1 0 0 0,0 0 0 0 0,-1-1 0 0 0,20-8 0 0 0,-21 8-460 0 0,12-7 1410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25.84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1839 0 0,'0'0'134'0'0,"8"1"408"0"0,-1 0 1 0 0,1 0-1 0 0,-1 1 1 0 0,0 0-1 0 0,1 0 1 0 0,-1 1-1 0 0,9 4 1 0 0,14 5 1253 0 0,19 7 102 0 0,-33-12-1036 0 0,1 0 0 0 0,-1-2-1 0 0,29 7 1 0 0,-5-6 55 0 0,65 2-1 0 0,-63-10-467 0 0,1-2 0 0 0,54-13 0 0 0,-60 10-164 0 0,-17 4-22 0 0,24 0 0 0 0,-4 1 67 0 0,-20 0-153 0 0,-1 1 67 0 0,30-7-1 0 0,-28 5-126 0 0,1 1 0 0 0,-1 1 0 0 0,1 0 0 0 0,31 4-1 0 0,-39-2-60 0 0,206 16 520 0 0,-149-9-576 0 0,-33-3 0 0 0,42 0 0 0 0,24 0 224 0 0,-82-4-220 0 0,-17 0 5 0 0,0-1 0 0 0,0 0-1 0 0,0 0 1 0 0,0 0 0 0 0,0 0-1 0 0,0-1 1 0 0,0 0 0 0 0,0 0-1 0 0,6-2 1 0 0,20-7 189 0 0,-24 8-199 0 0,0 0 1 0 0,0 0 0 0 0,7-4 0 0 0,-3 4 21 0 0,-11 2-28 0 0,0 0 0 0 0,0 0 0 0 0,0 0 0 0 0,1 0-1 0 0,-1 0 1 0 0,0 0 0 0 0,0 0 0 0 0,1 0 0 0 0,-1 0 0 0 0,0 0 0 0 0,0 0 0 0 0,0 0 0 0 0,1 0 0 0 0,-1 0 0 0 0,0 0 0 0 0,0 0 0 0 0,0 1 0 0 0,1-1 0 0 0,-1 0 0 0 0,0 0 0 0 0,0 0 0 0 0,0 0 0 0 0,0 0 0 0 0,1 1 0 0 0,-1-1 0 0 0,0 0 0 0 0,0 0 0 0 0,0 0 0 0 0,0 1 0 0 0,0-1 0 0 0,0 0 0 0 0,0 0 0 0 0,1 0 0 0 0,-1 1 0 0 0,0-1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8:40.619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1 173 3679 0 0,'0'-4'355'0'0,"0"1"-1"0"0,0-1 0 0 0,1 0 0 0 0,-1 0 1 0 0,1 1-1 0 0,0-1 0 0 0,0 1 0 0 0,1-1 1 0 0,-1 1-1 0 0,1-1 0 0 0,-1 1 0 0 0,1 0 1 0 0,4-6-1 0 0,-2 5 4 0 0,0 0 1 0 0,0 0-1 0 0,0 0 0 0 0,0 1 1 0 0,1 0-1 0 0,-1 0 0 0 0,1 0 1 0 0,8-4-1 0 0,-2 3 85 0 0,1-1 0 0 0,1 2-1 0 0,-1-1 1 0 0,0 2 0 0 0,1 0-1 0 0,-1 0 1 0 0,20 1 0 0 0,-2 3 138 0 0,0 1-1 0 0,1 2 1 0 0,-2 1-1 0 0,41 13 1 0 0,-35-9-284 0 0,-17-6-228 0 0,1-1 0 0 0,-1 0 0 0 0,1-2 0 0 0,0 0 1 0 0,0-1-1 0 0,-1 0 0 0 0,1-2 0 0 0,36-8 0 0 0,4-5 85 0 0,81-33-1 0 0,-118 40-81 0 0,0 1-36 0 0,0 1-1 0 0,0 0 1 0 0,0 2-1 0 0,27-2 1 0 0,90 2 121 0 0,-125 4-156 0 0,10 1-1 0 0,0 2 0 0 0,0 1 0 0 0,44 12 0 0 0,-35-7 0 0 0,11 4 19 0 0,-25-7 9 0 0,33 7 0 0 0,-44-13-18 0 0,-1 1 1 0 0,1-2-1 0 0,-1 1 1 0 0,10-2-1 0 0,-9 1 5 0 0,0 0 1 0 0,0 1-1 0 0,12 0 0 0 0,16 0 50 0 0,-30-1-41 0 0,0 1-1 0 0,0-1 0 0 0,0 1 0 0 0,1 1 1 0 0,-1 0-1 0 0,7 1 0 0 0,16 5 41 0 0,0-2 0 0 0,1-1 0 0 0,46 1 0 0 0,-74-5-64 0 0,44-2-2 0 0,-35 1 5 0 0,-1 1 0 0 0,1-1 1 0 0,15 3-1 0 0,-12 0 6 0 0,1 0 0 0 0,-1 0 0 0 0,1-2-1 0 0,0 0 1 0 0,25-3 0 0 0,-1-3-9 0 0,46-2 0 0 0,-78 8 0 0 0,151 0 0 0 0,-23-6 0 0 0,-10-2 0 0 0,-44 8 0 0 0,-50-1 0 0 0,-18 1 0 0 0,1-1 0 0 0,0 0 0 0 0,13-4 0 0 0,-20 4 0 0 0,-1-1 0 0 0,1 1 0 0 0,-1 1 0 0 0,1-1 0 0 0,0 1 0 0 0,-1 0 0 0 0,1 1 0 0 0,0 0 0 0 0,10 2 0 0 0,-11-2 3 0 0,-1 0 0 0 0,0 0 0 0 0,0-1 0 0 0,1 0 0 0 0,-1 0 0 0 0,0 0-1 0 0,1-1 1 0 0,-1 0 0 0 0,6-2 0 0 0,5-1 15 0 0,26-11-1 0 0,-36 12-28 0 0,56-20-124 0 0,-62 23 102 0 0,1 0 1 0 0,0-1 0 0 0,-1 1 0 0 0,1 0 0 0 0,-1 0 0 0 0,1 0 0 0 0,0 0 0 0 0,-1 0 0 0 0,1 0 0 0 0,0 0 0 0 0,-1 0 0 0 0,1 0 0 0 0,0 0 0 0 0,-1 1 0 0 0,1-1 0 0 0,-1 0 0 0 0,1 0 0 0 0,0 1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3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84 30 3223 0 0,'0'-2'334'0'0,"-1"0"-1"0"0,1 1 0 0 0,0-1 1 0 0,0 1-1 0 0,-1-1 0 0 0,1 1 1 0 0,-1-1-1 0 0,1 1 0 0 0,-1-1 1 0 0,-10-11 5531 0 0,10 21-5032 0 0,-3 175 2687 0 0,3-43-1936 0 0,-36 330 1414 0 0,17-254-2337 0 0,16-179-630 0 0,2 1 0 0 0,4 44 0 0 0,-2-81-30 0 0,0 0 1 0 0,0 0-1 0 0,0 0 0 0 0,0 0 0 0 0,0 0 1 0 0,1 0-1 0 0,-1 0 0 0 0,0 0 1 0 0,1-1-1 0 0,-1 1 0 0 0,0 0 0 0 0,1 0 1 0 0,-1 0-1 0 0,1-1 0 0 0,0 1 0 0 0,-1 0 1 0 0,1 0-1 0 0,3-3-313 0 0,-2-9-792 0 0,-2-3-3947 0 0,0-3-1689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6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18 102 2303 0 0,'-5'-4'85'0'0,"4"3"-57"0"0,0 1 0 0 0,0-1 1 0 0,-1 0-1 0 0,1 0 0 0 0,0-1 0 0 0,0 1 0 0 0,0 0 1 0 0,0 0-1 0 0,1 0 0 0 0,-2-3 0 0 0,2 4 64 0 0,0 0 0 0 0,0 0 0 0 0,0-1-1 0 0,0 1 1 0 0,0 0 0 0 0,0-1 0 0 0,0 1 0 0 0,0 0-1 0 0,0-1 1 0 0,0 1 0 0 0,0 0 0 0 0,0 0 0 0 0,1-1-1 0 0,-1 1 1 0 0,0 0 0 0 0,0 0 0 0 0,0-1 0 0 0,0 1-1 0 0,1 0 1 0 0,-1 0 0 0 0,0 0 0 0 0,0-1 0 0 0,1 1-1 0 0,-1 0 1 0 0,0 0 0 0 0,0 0 0 0 0,1 0 0 0 0,-1-1-1 0 0,11-5 1396 0 0,-8 4-1028 0 0,6-2 580 0 0,1 0 0 0 0,-1 0 0 0 0,1 1 0 0 0,17-4 0 0 0,45-4 2002 0 0,-39 7-2133 0 0,206-20 3008 0 0,0 16-4421 0 0,-218 9-1225 0 0,-3 1-4850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4.84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41 13359 0 0,'3'0'1184'0'0,"-1"0"-944"0"0,4 0-240 0 0,0-3 0 0 0,3 3 744 0 0,-1-3 104 0 0,10 0 16 0 0,11-2 8 0 0,12-4-72 0 0,5 3-8 0 0,3 0-8 0 0,4 3 0 0 0,-4 0-496 0 0,-3 3-96 0 0,-2 0-16 0 0,2 3-8 0 0,-2-3-536 0 0,2 3-112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4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138 8 3679 0 0,'-3'-1'253'0'0,"1"0"0"0"0,-1 0-1 0 0,1 0 1 0 0,-1 0 0 0 0,0 0-1 0 0,1 1 1 0 0,-1-1-1 0 0,0 1 1 0 0,1 0 0 0 0,-1 0-1 0 0,0 0 1 0 0,1 0-1 0 0,-1 0 1 0 0,0 0 0 0 0,0 1-1 0 0,1 0 1 0 0,-1-1 0 0 0,1 1-1 0 0,-1 0 1 0 0,0 0-1 0 0,1 0 1 0 0,0 1 0 0 0,-1-1-1 0 0,-2 3 1 0 0,1-1 97 0 0,1 0 1 0 0,-1 0-1 0 0,1 1 1 0 0,0-1-1 0 0,0 1 1 0 0,0 0-1 0 0,0 0 1 0 0,1 0-1 0 0,-1 0 1 0 0,1 1-1 0 0,0-1 1 0 0,1 1-1 0 0,-2 4 1 0 0,-2 15 861 0 0,0 1 0 0 0,0 31-1 0 0,2-24-566 0 0,-10 194 1793 0 0,14-170-2008 0 0,14 112 0 0 0,-12-150-389 0 0,1-2-1 0 0,0 1 1 0 0,2 0-1 0 0,-1-1 0 0 0,16 28 1 0 0,-17-36-29 0 0,1 0 1 0 0,0 0-1 0 0,1-1 0 0 0,0 1 1 0 0,0-1-1 0 0,0-1 1 0 0,1 1-1 0 0,0-1 1 0 0,0 0-1 0 0,1-1 1 0 0,0 0-1 0 0,11 6 0 0 0,-13-8-6 0 0,0-1 0 0 0,0 1 0 0 0,0-1 0 0 0,0-1 0 0 0,0 1-1 0 0,1-1 1 0 0,-1 0 0 0 0,1-1 0 0 0,-1 1 0 0 0,1-1 0 0 0,-1 0-1 0 0,1-1 1 0 0,10-2 0 0 0,-8 1 6 0 0,-1-1-1 0 0,1 0 1 0 0,-1-1-1 0 0,1 0 1 0 0,-1 0-1 0 0,-1-1 1 0 0,1 0-1 0 0,13-11 1 0 0,-5 0 23 0 0,0 0 0 0 0,-1-1 1 0 0,0-1-1 0 0,-1-1 0 0 0,-2 0 0 0 0,20-38 0 0 0,-9 7 149 0 0,-2 0-1 0 0,-3-1 0 0 0,14-60 0 0 0,-5-26-1187 0 0,-8 0-5360 0 0,-16 113-806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5.8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1 964 6911 0 0,'16'-65'1522'0'0,"45"-112"0"0"0,41-52 1788 0 0,-99 223-3222 0 0,19-41 1570 0 0,2 2 0 0 0,57-83 0 0 0,-74 120-1207 0 0,0-1 0 0 0,0 2-1 0 0,0-1 1 0 0,12-8 0 0 0,-17 14-363 0 0,0 1 1 0 0,0 0-1 0 0,1-1 1 0 0,-1 1-1 0 0,0 0 0 0 0,0 0 1 0 0,1 1-1 0 0,-1-1 1 0 0,1 0-1 0 0,2 0 1 0 0,-3 1-52 0 0,-1 0 0 0 0,1 0 0 0 0,-1 0 0 0 0,0 1 0 0 0,1-1 0 0 0,-1 0 0 0 0,1 1 0 0 0,-1-1 0 0 0,0 0 0 0 0,0 1 0 0 0,1 0 0 0 0,-1-1 0 0 0,0 1 0 0 0,0 0 0 0 0,1 0 0 0 0,-1-1 0 0 0,0 1 0 0 0,0 0 0 0 0,1 2 0 0 0,2 2 3 0 0,0 1 0 0 0,0-1 1 0 0,-1 1-1 0 0,0 0 0 0 0,0-1 1 0 0,-1 1-1 0 0,1 1 0 0 0,-1-1 1 0 0,-1 0-1 0 0,3 11 0 0 0,-1 9 141 0 0,1 34 0 0 0,-3-27-137 0 0,3 54-44 0 0,-3-42 0 0 0,1 0 0 0 0,15 73 0 0 0,-15-111 0 0 0,0 0 0 0 0,0 0 0 0 0,0-1 0 0 0,1 1 0 0 0,0-1 0 0 0,6 10 0 0 0,-8-14 0 0 0,0-1 0 0 0,0 0 0 0 0,0 0 0 0 0,0 1 0 0 0,0-1 0 0 0,0 0 0 0 0,1 0 0 0 0,-1 0 0 0 0,0 0 0 0 0,1 0 0 0 0,-1 0 0 0 0,0 0 0 0 0,1-1 0 0 0,-1 1 0 0 0,1 0 0 0 0,-1-1 0 0 0,1 1 0 0 0,-1-1 0 0 0,1 0 0 0 0,0 1 0 0 0,-1-1 0 0 0,1 0 0 0 0,-1 0 0 0 0,1 0 0 0 0,0 0 0 0 0,-1 0 0 0 0,1 0 0 0 0,-1-1 0 0 0,1 1 0 0 0,0 0 0 0 0,-1-1 0 0 0,1 1 0 0 0,-1-1 0 0 0,1 0 0 0 0,1 0 0 0 0,2-3 8 0 0,1 0 0 0 0,-1 0 0 0 0,0-1 0 0 0,0 1 0 0 0,0-1 0 0 0,-1 0 0 0 0,0-1 0 0 0,0 1 0 0 0,4-7 0 0 0,3-6 48 0 0,13-32 0 0 0,0-12 125 0 0,19-72-1 0 0,6-68 53 0 0,-17 64-228 0 0,-30 133-22 0 0,3-17-132 0 0,1 1 0 0 0,13-32 0 0 0,-9 39-284 0 0,-10 14 373 0 0,0-1 0 0 0,0 1 0 0 0,0 0 0 0 0,1-1 0 0 0,-1 1 1 0 0,0 0-1 0 0,0 0 0 0 0,1 0 0 0 0,-1-1 0 0 0,0 1 0 0 0,0 0 1 0 0,1 0-1 0 0,-1 0 0 0 0,0-1 0 0 0,1 1 0 0 0,-1 0 0 0 0,0 0 1 0 0,1 0-1 0 0,-1 0 0 0 0,0 0 0 0 0,1 0 0 0 0,-1 0 0 0 0,0 0 1 0 0,1 0-1 0 0,-1 0 0 0 0,0 0 0 0 0,1 0 0 0 0,-1 0 0 0 0,0 0 1 0 0,1 0-1 0 0,-1 0 0 0 0,0 0 0 0 0,1 1 0 0 0,-1-1 0 0 0,0 0 1 0 0,1 0-1 0 0,-1 0 0 0 0,0 1 0 0 0,0-1 0 0 0,1 0 0 0 0,-1 0 1 0 0,0 0-1 0 0,0 1 0 0 0,1-1 0 0 0,-1 0 0 0 0,0 1 0 0 0,0-1 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25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6 967 9671 0 0,'-1'-3'135'0'0,"0"0"0"0"0,0 0-1 0 0,0 0 1 0 0,1 1 0 0 0,-1-1-1 0 0,1 0 1 0 0,-1 0 0 0 0,1 0 0 0 0,0 0-1 0 0,0 0 1 0 0,1-1 0 0 0,-1-2-1 0 0,12-38 1761 0 0,-6 25-1227 0 0,21-71 2019 0 0,56-125 1 0 0,-62 170-2087 0 0,2 1 1 0 0,2 1-1 0 0,2 1 1 0 0,50-61-1 0 0,-74 99-560 0 0,5-5 67 0 0,0 1 0 0 0,0-1 0 0 0,0 1 0 0 0,15-9 0 0 0,-21 15-83 0 0,0 1 0 0 0,0 0 1 0 0,0 0-1 0 0,0 0 0 0 0,1 0 0 0 0,-1 0 0 0 0,0 1 0 0 0,1-1 1 0 0,-1 1-1 0 0,0-1 0 0 0,1 1 0 0 0,2 0 0 0 0,-3 0-7 0 0,0 0 0 0 0,-1 1 0 0 0,1-1 0 0 0,-1 1 0 0 0,1-1 0 0 0,0 1 0 0 0,-1 0 0 0 0,1-1 0 0 0,-1 1 0 0 0,0 0-1 0 0,1 0 1 0 0,-1 0 0 0 0,0 0 0 0 0,1 0 0 0 0,-1 1 0 0 0,0-1 0 0 0,0 0 0 0 0,0 0 0 0 0,1 3 0 0 0,3 4-12 0 0,-2-1 0 0 0,1 0 0 0 0,-1 1 0 0 0,0 0 0 0 0,3 14 0 0 0,6 46-12 0 0,-9-51 5 0 0,9 75-11 0 0,-6-39-6 0 0,2-1 1 0 0,23 77 0 0 0,-27-114 18 0 0,-1-6-2 0 0,0 0 1 0 0,7 17-1 0 0,-9-24 2 0 0,0-1-1 0 0,0 1 1 0 0,0-1-1 0 0,0 1 1 0 0,0 0 0 0 0,1-1-1 0 0,-1 0 1 0 0,0 1 0 0 0,1-1-1 0 0,-1 0 1 0 0,1 1 0 0 0,-1-1-1 0 0,1 0 1 0 0,-1 0-1 0 0,1-1 1 0 0,0 1 0 0 0,0 0-1 0 0,-1 0 1 0 0,1-1 0 0 0,3 1-1 0 0,-4-1 6 0 0,1 0 1 0 0,0 0-1 0 0,-1 0 1 0 0,1-1-1 0 0,0 1 0 0 0,-1-1 1 0 0,1 1-1 0 0,-1-1 0 0 0,1 1 1 0 0,0-1-1 0 0,-1 0 0 0 0,0 0 1 0 0,1 0-1 0 0,-1 0 0 0 0,1 0 1 0 0,-1 0-1 0 0,0 0 0 0 0,0 0 1 0 0,0-1-1 0 0,0 1 0 0 0,2-3 1 0 0,2-3 53 0 0,0-1 1 0 0,7-13-1 0 0,-12 21-58 0 0,27-59 202 0 0,-3-1 0 0 0,30-112 1 0 0,9-130-141 0 0,-59 277-167 0 0,-1 9-65 0 0,-1 0-1 0 0,2 0 1 0 0,0 0-1 0 0,11-23 1 0 0,-9 26-411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6.91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70 1 3679 0 0,'25'16'12848'0'0,"-9"21"-10979"0"0,-4-7 99 0 0,26 43 0 0 0,-33-66-1927 0 0,0-1 0 0 0,0 0-1 0 0,0-1 1 0 0,0 1 0 0 0,1-1-1 0 0,0 0 1 0 0,0-1-1 0 0,0 1 1 0 0,1-1 0 0 0,-1 0-1 0 0,12 4 1 0 0,-12-5-23 0 0,0-1 1 0 0,0 0-1 0 0,0-1 0 0 0,1 0 1 0 0,-1 0-1 0 0,0 0 0 0 0,1 0 1 0 0,-1-1-1 0 0,0 0 0 0 0,1-1 1 0 0,-1 1-1 0 0,0-1 0 0 0,1 0 1 0 0,7-3-1 0 0,-12 3-37 0 0,0 1-1 0 0,0-1 1 0 0,0 0 0 0 0,0 0-1 0 0,0 0 1 0 0,-1 0 0 0 0,1-1-1 0 0,0 1 1 0 0,-1 0-1 0 0,1-1 1 0 0,0 1 0 0 0,-1-1-1 0 0,0 1 1 0 0,1-1 0 0 0,-1 0-1 0 0,0 0 1 0 0,0 0-1 0 0,1-2 1 0 0,-1 1-56 0 0,0-1 0 0 0,0 1 0 0 0,0-1 0 0 0,0 1 0 0 0,-1-1 0 0 0,0 1 0 0 0,0-1 0 0 0,0 1 0 0 0,0-1 0 0 0,-1-4 0 0 0,-1-1-75 0 0,0 1 1 0 0,0-1-1 0 0,-1 1 1 0 0,0 0-1 0 0,-1 0 1 0 0,0 0-1 0 0,0 1 1 0 0,-7-10 0 0 0,-3-6-425 0 0,10 15 161 0 0,11 16-14 0 0,138 141 1792 0 0,-10-12 559 0 0,-127-128-1852 0 0,-1 0-1 0 0,0 1 0 0 0,-1 0 0 0 0,0 0 1 0 0,-1 0-1 0 0,0 0 0 0 0,0 1 0 0 0,-1 0 0 0 0,3 12 1 0 0,-5-13-23 0 0,-1 0 1 0 0,1-1-1 0 0,-2 1 1 0 0,1 0-1 0 0,-2 0 1 0 0,1 0 0 0 0,-1 0-1 0 0,-1 0 1 0 0,1 0-1 0 0,-7 16 1 0 0,-2 0 14 0 0,-1 0-1 0 0,-1-1 1 0 0,-1-1 0 0 0,-1 0-1 0 0,-1 0 1 0 0,-2-2 0 0 0,0 0 0 0 0,-36 35-1 0 0,21-27-29 0 0,-2-2 1 0 0,0-1-1 0 0,-2-2 0 0 0,-71 38 0 0 0,86-52-15 0 0,-1-2 1 0 0,0 0 0 0 0,-25 7-1 0 0,38-14-238 0 0,1 0-1 0 0,-1-1 1 0 0,0 1-1 0 0,0-2 1 0 0,1 1-1 0 0,-1-1 1 0 0,0 0-1 0 0,0-1 0 0 0,1 0 1 0 0,-1-1-1 0 0,-12-3 1 0 0,-9-8-7684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5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105 132 1375 0 0,'-3'-1'-382'0'0,"-17"3"6118"0"0,20-2-5540 0 0,0 1 0 0 0,0-1-1 0 0,0 1 1 0 0,-1 0-1 0 0,-9 21 3158 0 0,-11 34 0 0 0,-1 27-77 0 0,1 86-319 0 0,18-140-2676 0 0,-1 87 825 0 0,4-105-1017 0 0,1 0 1 0 0,1-1-1 0 0,-1 1 0 0 0,2-1 0 0 0,-1 0 1 0 0,1 0-1 0 0,1 0 0 0 0,7 16 0 0 0,-9-22-65 0 0,0-1-1 0 0,1 1 0 0 0,-1-1 0 0 0,1 0 0 0 0,-1 1 0 0 0,1-1 0 0 0,0-1 1 0 0,0 1-1 0 0,0 0 0 0 0,0-1 0 0 0,1 1 0 0 0,-1-1 0 0 0,1 0 0 0 0,-1 0 1 0 0,1 0-1 0 0,0-1 0 0 0,0 0 0 0 0,0 1 0 0 0,0-1 0 0 0,0 0 0 0 0,0-1 0 0 0,0 1 1 0 0,0-1-1 0 0,0 0 0 0 0,0 0 0 0 0,0 0 0 0 0,0 0 0 0 0,0-1 0 0 0,0 1 1 0 0,0-1-1 0 0,0 0 0 0 0,0-1 0 0 0,5-1 0 0 0,4-4 24 0 0,0 0 0 0 0,-1-1-1 0 0,0-1 1 0 0,0 0 0 0 0,-1 0 0 0 0,0-1-1 0 0,-1 0 1 0 0,0-1 0 0 0,0 0 0 0 0,10-17-1 0 0,-2-1 52 0 0,-1 0-1 0 0,-1-1 1 0 0,16-44-1 0 0,-12 19-7 0 0,16-76 0 0 0,1-59-224 0 0,-36 185 123 0 0,2-32-120 0 0,-2 29 13 0 0,-1 1 0 0 0,1 0 1 0 0,0 0-1 0 0,0 0 0 0 0,1 0 0 0 0,4-11 0 0 0,-6 17 57 0 0,0 1 1 0 0,0 0 0 0 0,0 0-1 0 0,0 0 1 0 0,0-1-1 0 0,1 1 1 0 0,-1 0-1 0 0,0 0 1 0 0,0 0 0 0 0,0 0-1 0 0,0-1 1 0 0,0 1-1 0 0,0 0 1 0 0,1 0-1 0 0,-1 0 1 0 0,0 0-1 0 0,0 0 1 0 0,0 0 0 0 0,0 0-1 0 0,1-1 1 0 0,-1 1-1 0 0,0 0 1 0 0,0 0-1 0 0,0 0 1 0 0,1 0 0 0 0,-1 0-1 0 0,0 0 1 0 0,0 0-1 0 0,0 0 1 0 0,1 0 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7.84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1 828 10135 0 0,'0'2'223'0'0,"0"0"-1"0"0,-1 0 1 0 0,2 1-1 0 0,-1-1 1 0 0,0 0-1 0 0,0 0 1 0 0,1 0-1 0 0,-1 1 1 0 0,1-1-1 0 0,-1 0 0 0 0,1 0 1 0 0,0 0-1 0 0,0 0 1 0 0,0 0-1 0 0,0 0 1 0 0,0 0-1 0 0,1-1 1 0 0,-1 1-1 0 0,3 3 1 0 0,1 0 63 0 0,1-1 0 0 0,-1 1 0 0 0,1-1 0 0 0,-1 0 0 0 0,1-1 0 0 0,0 1 1 0 0,1-1-1 0 0,-1 0 0 0 0,0-1 0 0 0,1 0 0 0 0,0 0 0 0 0,-1 0 0 0 0,1 0 1 0 0,0-1-1 0 0,13 0 0 0 0,1 0 110 0 0,-1-2 1 0 0,1 0 0 0 0,-1-2-1 0 0,24-4 1 0 0,-2-4-200 0 0,0-1 1 0 0,-1-2-1 0 0,-1-2 1 0 0,-1-2-1 0 0,0-1 1 0 0,-1-2-1 0 0,-1-2 1 0 0,64-50-1 0 0,-96 68-224 0 0,-1 1 1 0 0,1 0-1 0 0,-1-1 0 0 0,0 0 0 0 0,0 0 0 0 0,0-1 1 0 0,-1 1-1 0 0,1-1 0 0 0,2-6 0 0 0,-5 10-8 0 0,-1 0 1 0 0,1-1-1 0 0,0 1 0 0 0,-1 0 0 0 0,1 0 1 0 0,-1-1-1 0 0,0 1 0 0 0,0 0 0 0 0,0 0 1 0 0,0-1-1 0 0,0 1 0 0 0,-1 0 0 0 0,1 0 1 0 0,-1-1-1 0 0,1 1 0 0 0,-1 0 0 0 0,0 0 1 0 0,0 0-1 0 0,0 0 0 0 0,0 0 0 0 0,0 0 1 0 0,0 0-1 0 0,0 0 0 0 0,-1 0 0 0 0,1 0 0 0 0,-1 1 1 0 0,1-1-1 0 0,-4-2 0 0 0,-3-2-75 0 0,0 1 0 0 0,0 0-1 0 0,-1 0 1 0 0,1 0 0 0 0,-1 1-1 0 0,0 0 1 0 0,-10-2 0 0 0,-71-15-425 0 0,33 9 384 0 0,-94-31 74 0 0,124 34 210 0 0,-1-2 0 0 0,1-1 1 0 0,-32-20-1 0 0,55 30-55 0 0,0-1 0 0 0,1 1-1 0 0,-1-1 1 0 0,1 0 0 0 0,-1 0 0 0 0,1 0 0 0 0,0 0-1 0 0,0-1 1 0 0,1 1 0 0 0,-1-1 0 0 0,1 0-1 0 0,0 0 1 0 0,-3-4 0 0 0,4 5-44 0 0,1 0 0 0 0,-1 0 1 0 0,1 0-1 0 0,-1 0 0 0 0,1 0 0 0 0,0-1 1 0 0,0 1-1 0 0,0 0 0 0 0,0 0 0 0 0,1 0 0 0 0,-1 0 1 0 0,1 0-1 0 0,0 0 0 0 0,0 0 0 0 0,0 1 1 0 0,0-1-1 0 0,0 0 0 0 0,1 0 0 0 0,3-4 0 0 0,3-5-8 0 0,1 1-1 0 0,0 0 1 0 0,1 0-1 0 0,0 1 0 0 0,1 1 1 0 0,16-12-1 0 0,79-45-59 0 0,-76 48 38 0 0,17-7-334 0 0,1 1 0 0 0,81-28 0 0 0,-76 34-545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1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90 580 8287 0 0,'-14'21'565'0'0,"2"1"-1"0"0,-16 39 0 0 0,22-44 1200 0 0,0 1 0 0 0,-4 26 1 0 0,8-34-1391 0 0,-2 13 368 0 0,0-1 0 0 0,2 1 1 0 0,0-1-1 0 0,2 34 0 0 0,1-54-674 0 0,-1-1 1 0 0,0 1 0 0 0,0 0-1 0 0,1 0 1 0 0,-1 0-1 0 0,1 0 1 0 0,0-1 0 0 0,0 1-1 0 0,-1 0 1 0 0,1-1-1 0 0,0 1 1 0 0,0 0-1 0 0,2 1 1 0 0,-3-3-46 0 0,0 0 0 0 0,1 0 0 0 0,-1 1 0 0 0,0-1 0 0 0,1 0 0 0 0,-1 0 0 0 0,0 0-1 0 0,1 0 1 0 0,-1 1 0 0 0,0-1 0 0 0,1 0 0 0 0,-1 0 0 0 0,0 0 0 0 0,1 0 0 0 0,-1 0 0 0 0,1 0 0 0 0,-1 0 0 0 0,0 0 0 0 0,1 0 0 0 0,-1 0-1 0 0,1 0 1 0 0,-1 0 0 0 0,1 0 0 0 0,0-1 5 0 0,0 1-1 0 0,0-1 1 0 0,0 1 0 0 0,-1-1-1 0 0,1 0 1 0 0,0 1 0 0 0,0-1-1 0 0,0 0 1 0 0,-1 0-1 0 0,1 0 1 0 0,0 1 0 0 0,0-2-1 0 0,5-9 32 0 0,1 0-1 0 0,-2-1 1 0 0,0 1 0 0 0,0-1-1 0 0,-1 0 1 0 0,-1 0 0 0 0,3-16-1 0 0,0-11 98 0 0,2-39-1 0 0,-5-40-27 0 0,6-60 306 0 0,-7 156-386 0 0,2 0-1 0 0,1 0 1 0 0,0 1 0 0 0,2-1-1 0 0,17-37 1 0 0,-17 46-16 0 0,1 1 0 0 0,0 0 0 0 0,0 1 0 0 0,1 0 0 0 0,1 0-1 0 0,0 1 1 0 0,0 0 0 0 0,1 1 0 0 0,22-16 0 0 0,7 2 54 0 0,70-33-1 0 0,-108 55-84 0 0,17-7-12 0 0,1 0 0 0 0,1 0 0 0 0,30-5 0 0 0,-39 11-2168 0 0,-1 0 0 0 0,15 1 0 0 0,-2 3-5027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6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3 131 10135 0 0,'0'0'778'0'0,"0"-1"-745"0"0,-1 1 0 0 0,1 0 0 0 0,0 0 0 0 0,0 0 1 0 0,0 0-1 0 0,0 0 0 0 0,0 0 0 0 0,0 0 0 0 0,0 0 0 0 0,0 0 1 0 0,0 0-1 0 0,-1 0 0 0 0,1 0 0 0 0,0 0 0 0 0,0-1 0 0 0,0 1 1 0 0,0 0-1 0 0,0 0 0 0 0,0 0 0 0 0,0 0 0 0 0,0 0 0 0 0,0 0 1 0 0,0 0-1 0 0,0-1 0 0 0,0 1 0 0 0,0 0 0 0 0,0 0 0 0 0,0 0 1 0 0,0 0-1 0 0,0 0 0 0 0,0 0 0 0 0,0 0 0 0 0,0-1 0 0 0,0 1 1 0 0,0 0-1 0 0,0 0 0 0 0,0 0 0 0 0,0 0 0 0 0,0 0 0 0 0,0 0 1 0 0,0 0-1 0 0,0 0 0 0 0,0-1 0 0 0,0 1 0 0 0,1 0 0 0 0,-1 0 1 0 0,0 0-1 0 0,0 0 0 0 0,0 0 0 0 0,0 0 0 0 0,0 0 0 0 0,0 0 1 0 0,0 0-1 0 0,0 0 0 0 0,0 0 0 0 0,1 0 0 0 0,-1 0 0 0 0,0-1 1 0 0,6-6 1686 0 0,3 0-842 0 0,0-1 0 0 0,1 1-1 0 0,-1 1 1 0 0,1-1 0 0 0,1 2 0 0 0,18-9 0 0 0,70-18 635 0 0,-56 22-1380 0 0,-1 1 0 0 0,1 3-1 0 0,1 2 1 0 0,81 1-1 0 0,-116 3-193 0 0,-1 1 0 0 0,1 0 0 0 0,-1 0 0 0 0,1 0 0 0 0,-1 1 0 0 0,0 0 0 0 0,0 1 0 0 0,9 4 0 0 0,-1 4-574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18.81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4 163 17967 0 0,'-3'-6'800'0'0,"3"0"160"0"0,3 3-768 0 0,3-3-192 0 0,2 3 0 0 0,1-2 0 0 0,6-4 528 0 0,8-3 72 0 0,12-2 8 0 0,17-9 8 0 0,12-4-232 0 0,0 7-56 0 0,-3 6-8 0 0,0 2 0 0 0,-3 9-320 0 0,-6 6 0 0 0,-3 3-104 0 0,1 3-9320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0.5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62 146 919 0 0,'3'-15'727'0'0,"-3"4"-376"0"0,2 1 0 0 0,-1-1 0 0 0,7-21 0 0 0,-5 22 567 0 0,0-1-1 0 0,-1 1 1 0 0,-1-25 7708 0 0,0 45-8385 0 0,10 163 720 0 0,-12-115-787 0 0,7 538 1647 0 0,-23 412 1834 0 0,3-423-3204 0 0,21 4-392 0 0,-6-575-59 0 0,2 140 0 0 0,2 235 0 0 0,-27-1 0 0 0,1-139-104 0 0,12 273 0 0 0,12-398 57 0 0,-5 512-664 0 0,-15-456-1639 0 0,-1 69 1081 0 0,19-246 1090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3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0 116 2759 0 0,'44'-19'282'0'0,"-26"11"829"0"0,35-12 0 0 0,-13 10-396 0 0,1 2-1 0 0,0 2 1 0 0,0 2-1 0 0,0 1 1 0 0,0 2-1 0 0,1 2 1 0 0,-1 2-1 0 0,43 8 1 0 0,-32-4-158 0 0,0-2 0 0 0,0-2 0 0 0,0-3 0 0 0,98-12 0 0 0,-31-4-126 0 0,250-22 1158 0 0,-315 39-950 0 0,-1 2-1 0 0,1 3 0 0 0,87 20 1 0 0,158 13 690 0 0,-125-22-910 0 0,114 0 370 0 0,-21-2-260 0 0,-121 8-247 0 0,47 3-212 0 0,-92-22-78 0 0,0-4 0 0 0,159-21 0 0 0,13 5 178 0 0,1 22 94 0 0,-269-5-258 0 0,63-1 100 0 0,126-15 1 0 0,65-29-89 0 0,-220 36-14 0 0,45-5 57 0 0,1 2 0 0 0,0 5 1 0 0,102 5-1 0 0,-85 7 3 0 0,52 2-64 0 0,-60-7 62 0 0,102 15 0 0 0,-5-4 6 0 0,1-15 44 0 0,66 1-24 0 0,-201 7-88 0 0,105 24 0 0 0,-47-6 0 0 0,-75-17 0 0 0,-1-1 0 0 0,1-3 0 0 0,0-1 0 0 0,0-1 0 0 0,46-8 0 0 0,114-15 19 0 0,-153 20-8 0 0,-1 2 1 0 0,62 7-1 0 0,1 8 91 0 0,-5 0-20 0 0,109-1 1 0 0,173-30-83 0 0,-291 13 0 0 0,1 3 0 0 0,100 14 0 0 0,-88-3-21 0 0,0-5-1 0 0,201-16 1 0 0,-302 10 17 0 0,13-1-110 0 0,37 0-1 0 0,-53 2 97 0 0,1 0 0 0 0,-1 1 0 0 0,1 0 0 0 0,-1-1 0 0 0,0 1 0 0 0,1 1 0 0 0,-1-1 0 0 0,0 1-1 0 0,0 0 1 0 0,0 0 0 0 0,0 0 0 0 0,0 0 0 0 0,0 0 0 0 0,4 5 0 0 0,-7-5-102 0 0,1 0-1 0 0,-1-1 1 0 0,0 1 0 0 0,0 0-1 0 0,0 0 1 0 0,0 0 0 0 0,-1 1-1 0 0,1-1 1 0 0,0 0 0 0 0,-1 0-1 0 0,0 0 1 0 0,1 1 0 0 0,-1-1-1 0 0,0 0 1 0 0,0 0 0 0 0,0 0-1 0 0,-1 1 1 0 0,1-1 0 0 0,0 0-1 0 0,-1 0 1 0 0,0 3 0 0 0,1-5 89 0 0,-5 18-7507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2.83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218 1 6647 0 0,'-2'2'71'0'0,"0"1"-1"0"0,1 0 1 0 0,-1-1-1 0 0,1 1 1 0 0,-1 0-1 0 0,1 0 1 0 0,0 1 0 0 0,0-1-1 0 0,0 0 1 0 0,0 0-1 0 0,1 0 1 0 0,0 1-1 0 0,-1-1 1 0 0,1 4-1 0 0,-2 12 975 0 0,-38 259 7641 0 0,-1 143-4391 0 0,-26 1065-2448 0 0,52-1114-1835 0 0,-4 173 42 0 0,2 401 325 0 0,37-267-203 0 0,17-360-1023 0 0,-34-293-1327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23.96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1 247 8287 0 0,'0'0'31'0'0,"0"1"-1"0"0,0-1 1 0 0,0 0-1 0 0,0 1 1 0 0,0-1-1 0 0,0 1 0 0 0,0-1 1 0 0,1 0-1 0 0,-1 1 1 0 0,0-1-1 0 0,0 1 0 0 0,1-1 1 0 0,-1 0-1 0 0,0 1 1 0 0,0-1-1 0 0,1 0 1 0 0,-1 0-1 0 0,0 1 0 0 0,1-1 1 0 0,-1 0-1 0 0,0 0 1 0 0,1 1-1 0 0,-1-1 1 0 0,1 0-1 0 0,-1 0 0 0 0,1 1 1 0 0,8-6 218 0 0,5-3 394 0 0,65-14 1850 0 0,131-19 1 0 0,-172 35-2196 0 0,141-18 1569 0 0,2 7-1 0 0,235 9 1 0 0,-310 14-1236 0 0,131 23 1 0 0,98 38-116 0 0,-272-54-422 0 0,11 1 66 0 0,1-4 0 0 0,137 1 0 0 0,148-28 91 0 0,-54 8-11 0 0,-203 7-152 0 0,38 0 52 0 0,178-6 213 0 0,-111-4-197 0 0,442-18 331 0 0,-218 11-276 0 0,-97 2 42 0 0,1 18-128 0 0,358-7 3 0 0,-300-26-64 0 0,32 23 181 0 0,-366 9-234 0 0,133 2 52 0 0,290-10 66 0 0,-304-13-101 0 0,31-1 8 0 0,-135 16-36 0 0,109-3 0 0 0,-153 9 0 0 0,384-15 0 0 0,-335 4 0 0 0,35-4 0 0 0,-75 11 0 0 0,-22 2 0 0 0,0 1 0 0 0,20 0 0 0 0,7 3-194 0 0,-21-2-300 0 0,41 6 0 0 0,-59-5 420 0 0,1 1 1 0 0,0 0-1 0 0,0 0 1 0 0,-1 0-1 0 0,0 1 1 0 0,1 0-1 0 0,-1 0 1 0 0,0 0-1 0 0,0 1 1 0 0,8 6-1 0 0,6 8-2285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8.7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19 777 6447 0 0,'-1'-2'564'0'0,"-1"0"0"0"0,1-1 0 0 0,-1 1 0 0 0,1 0 0 0 0,0 0 0 0 0,0-1 0 0 0,0 1-1 0 0,0 0 1 0 0,0-1 0 0 0,1 1 0 0 0,-1-4 0 0 0,-3-30 2573 0 0,4 28-2451 0 0,-2-52 1658 0 0,8-63 0 0 0,-1 47-1854 0 0,9-98 258 0 0,2-16-231 0 0,-16 181-527 0 0,0-1 0 0 0,0 1 0 0 0,-1 0 0 0 0,0-1 0 0 0,0 1 0 0 0,-4-10 0 0 0,5 19 1 0 0,0 0 1 0 0,1 0-1 0 0,-1 0 0 0 0,0-1 1 0 0,0 1-1 0 0,0 0 0 0 0,0 0 1 0 0,0 0-1 0 0,0 0 0 0 0,0 0 1 0 0,0 0-1 0 0,0 0 0 0 0,0 0 1 0 0,0 0-1 0 0,0 0 0 0 0,0-1 1 0 0,0 1-1 0 0,0 0 0 0 0,0 0 1 0 0,-1 0-1 0 0,1 0 0 0 0,0 0 1 0 0,0 0-1 0 0,0 0 0 0 0,0 0 1 0 0,0 0-1 0 0,0 0 0 0 0,0 0 1 0 0,0-1-1 0 0,0 1 1 0 0,0 0-1 0 0,0 0 0 0 0,0 0 1 0 0,0 0-1 0 0,0 0 0 0 0,0 0 1 0 0,-1 0-1 0 0,1 0 0 0 0,0 0 1 0 0,0 0-1 0 0,0 0 0 0 0,0 0 1 0 0,0 0-1 0 0,0 0 0 0 0,0 0 1 0 0,0 0-1 0 0,0 0 0 0 0,0 0 1 0 0,-1 0-1 0 0,1 0 0 0 0,0 0 1 0 0,0 0-1 0 0,0 0 0 0 0,0 0 1 0 0,0 0-1 0 0,0 0 1 0 0,0 0-1 0 0,0 0 0 0 0,0 0 1 0 0,0 0-1 0 0,0 0 0 0 0,-1 0 1 0 0,1 0-1 0 0,0 0 0 0 0,0 1 1 0 0,-2 7-673 0 0,0 13-2008 0 0,1-4-4437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2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77 4607 0 0,'1'1'252'0'0,"-1"-1"0"0"0,1 1-1 0 0,-1 0 1 0 0,1-1-1 0 0,-1 1 1 0 0,1-1-1 0 0,0 1 1 0 0,-1-1-1 0 0,1 1 1 0 0,0-1-1 0 0,0 1 1 0 0,-1-1-1 0 0,1 0 1 0 0,0 0 0 0 0,0 1-1 0 0,-1-1 1 0 0,1 0-1 0 0,0 0 1 0 0,0 0-1 0 0,0 0 1 0 0,1 0-1 0 0,20 3 2746 0 0,-9-2-1828 0 0,-1-1-1 0 0,1-1 1 0 0,-1 0 0 0 0,1-1-1 0 0,23-6 1 0 0,61-26 1027 0 0,-30 10-1528 0 0,-58 21-661 0 0,0 0 48 0 0,1 0-1 0 0,1 0 1 0 0,-1 1 0 0 0,16-2 0 0 0,-24 4-78 0 0,-1 0 0 0 0,1-1 1 0 0,0 1-1 0 0,-1 1 1 0 0,1-1-1 0 0,0 0 1 0 0,-1 0-1 0 0,1 0 0 0 0,0 1 1 0 0,-1-1-1 0 0,1 1 1 0 0,0 0-1 0 0,-1-1 1 0 0,1 1-1 0 0,-1 0 0 0 0,1 0 1 0 0,-1 0-1 0 0,1 0 1 0 0,-1 0-1 0 0,0 0 0 0 0,0 0 1 0 0,1 0-1 0 0,-1 1 1 0 0,0-1-1 0 0,0 0 1 0 0,0 1-1 0 0,0-1 0 0 0,-1 1 1 0 0,1-1-1 0 0,0 1 1 0 0,-1 0-1 0 0,1-1 1 0 0,-1 1-1 0 0,1 0 0 0 0,-1 1 1 0 0,1-1-236 0 0,-1 1 1 0 0,0-1-1 0 0,0 0 1 0 0,-1 1-1 0 0,1-1 1 0 0,0 0-1 0 0,-1 0 1 0 0,0 0-1 0 0,1 1 1 0 0,-2 1-1 0 0,1-1-441 0 0,0 0 0 0 0,0 0 0 0 0,0 0 0 0 0,1 0 0 0 0,-1 0 1 0 0,1 3-1 0 0,-1 31-330 0 0,0-15-136 0 0,1 1-1 0 0,5 31 0 0 0,-5-52 1048 0 0,1-4-193 0 0,-1-12-632 0 0,-2-14-418 0 0,2 26 1454 0 0,0 0-1 0 0,-1 0 1 0 0,1 0-1 0 0,-1 0 1 0 0,0 1-1 0 0,0-1 1 0 0,0 0-1 0 0,0 0 1 0 0,0 1 0 0 0,0-1-1 0 0,0 0 1 0 0,0 1-1 0 0,-1-1 1 0 0,1 1-1 0 0,0 0 1 0 0,-3-2-1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5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21 597 4143 0 0,'-1'2'126'0'0,"-6"11"494"0"0,7-12-414 0 0,0-1 1 0 0,0 1-1 0 0,-1-1 1 0 0,1 0-1 0 0,0 1 1 0 0,0-1-1 0 0,-1 0 1 0 0,1 1-1 0 0,0-1 1 0 0,-1 0-1 0 0,1 1 1 0 0,0-1-1 0 0,-1 0 1 0 0,1 0-1 0 0,0 0 1 0 0,-1 1-1 0 0,1-1 1 0 0,-1 0-1 0 0,1 0 1 0 0,0 0-1 0 0,-1 0 1 0 0,1 1-1 0 0,-1-1 1 0 0,1 0-1 0 0,-1 0 1 0 0,1-1-9 0 0,-1 1 0 0 0,1 0 0 0 0,0-1 0 0 0,-1 1 0 0 0,1 0 0 0 0,0-1 1 0 0,0 1-1 0 0,-1-1 0 0 0,1 1 0 0 0,0-1 0 0 0,0 1 0 0 0,0-1 0 0 0,0 1 0 0 0,0 0 0 0 0,0-1 0 0 0,0 1 0 0 0,0-1 0 0 0,0 1 0 0 0,0-1 0 0 0,0 1 1 0 0,0-1-1 0 0,0 1 0 0 0,0-1 0 0 0,2-15 1133 0 0,-1 13-869 0 0,21-139 3735 0 0,-6-73-2873 0 0,-15 167-1157 0 0,1 20-90 0 0,-2 0 0 0 0,0 0-1 0 0,-2 1 1 0 0,-7-36-1 0 0,4 53-45 0 0,2 16-220 0 0,0 15-451 0 0,2 29-877 0 0,1 18-463 0 0,1-23-3438 0 0,0-14-266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39.9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5 503 9671 0 0,'-1'-3'421'0'0,"0"0"-1"0"0,0 1 0 0 0,1-1 1 0 0,-1 1-1 0 0,1-1 0 0 0,0 0 0 0 0,0 0 1 0 0,0 1-1 0 0,0-1 0 0 0,0-3 1 0 0,1-2-6 0 0,5-99 4733 0 0,19-55-2646 0 0,-12 84-2127 0 0,-7 47-551 0 0,15-51 0 0 0,-21 80-424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4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179 21 10135 0 0,'0'-2'330'0'0,"6"-17"7182"0"0,-7 47-7078 0 0,-1-1 1 0 0,-2 1 0 0 0,0-1-1 0 0,-2 0 1 0 0,-11 34 0 0 0,5-28 76 0 0,-2 0 1 0 0,-1-1 0 0 0,-31 51-1 0 0,40-74-460 0 0,-1-1-1 0 0,0 1 1 0 0,0-1 0 0 0,-1 0-1 0 0,0-1 1 0 0,-12 10 0 0 0,20-15 123 0 0,7 0-80 0 0,7 0-32 0 0,-13-2-59 0 0,22 0 140 0 0,0-1 0 0 0,1-1 0 0 0,36-7 0 0 0,-35 4-680 0 0,0 1 1 0 0,45 0 0 0 0,-49 5-7451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0.88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1 522 4143 0 0,'13'-39'2271'0'0,"96"-261"9690"0"0,-109 299-11924 0 0,45-93 2474 0 0,-39 85-2311 0 0,-1-1-1 0 0,2 1 0 0 0,-1 1 1 0 0,1-1-1 0 0,1 1 0 0 0,0 0 1 0 0,11-9-1 0 0,-18 16-193 0 0,0 0 0 0 0,1 0 0 0 0,-1 0 0 0 0,0 1 0 0 0,0-1 0 0 0,1 0 0 0 0,-1 1 0 0 0,1-1 0 0 0,-1 1 1 0 0,0-1-1 0 0,1 1 0 0 0,-1-1 0 0 0,1 1 0 0 0,-1 0 0 0 0,1 0 0 0 0,-1 0 0 0 0,1 0 0 0 0,-1 0 0 0 0,1 0 0 0 0,-1 0 0 0 0,1 1 0 0 0,1-1 0 0 0,-2 1-3 0 0,1 0 0 0 0,0 1 0 0 0,0-1 0 0 0,-1 0 0 0 0,1 0 0 0 0,-1 1-1 0 0,1-1 1 0 0,-1 1 0 0 0,1 0 0 0 0,-1-1 0 0 0,0 1 0 0 0,0 0 0 0 0,0 0-1 0 0,0-1 1 0 0,1 4 0 0 0,3 9-3 0 0,0 0 0 0 0,-1 1 0 0 0,0 0 0 0 0,-1-1 0 0 0,2 27 0 0 0,-5 77 0 0 0,-3-89-11 0 0,-1-1-1 0 0,-1 0 1 0 0,-1 1-1 0 0,-17 43 1 0 0,18-62-2012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0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92 17047 0 0,'0'0'752'0'0,"2"-1"160"0"0,-1-1-728 0 0,2-1-184 0 0,0 2 0 0 0,0-1 0 0 0,3 0 648 0 0,4-3 96 0 0,7-2 24 0 0,7-3 0 0 0,5 1-368 0 0,1-1-72 0 0,2 0-8 0 0,-1 1-8 0 0,-1 2-400 0 0,-1 1-72 0 0,0 3-24 0 0,-3-1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7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67 10591 0 0,'4'11'761'0'0,"0"1"0"0"0,0-1-1 0 0,-2 1 1 0 0,1 0-1 0 0,0 16 1 0 0,2 2 197 0 0,1 9 1132 0 0,2 68 1 0 0,-8-85-1720 0 0,-1 0 0 0 0,-1-1 1 0 0,-1 1-1 0 0,-10 36 0 0 0,4-32-335 0 0,8-25-36 0 0,0 0 0 0 0,1 0 0 0 0,-1 0-1 0 0,0 0 1 0 0,1 0 0 0 0,-1 0 0 0 0,0 0 0 0 0,0 0 0 0 0,0 0 0 0 0,0 0-1 0 0,0 0 1 0 0,0-1 0 0 0,0 1 0 0 0,0 0 0 0 0,0-1 0 0 0,0 1-1 0 0,0-1 1 0 0,-2 1 0 0 0,2-1 4 0 0,1 0 0 0 0,-1 0 0 0 0,0 0 0 0 0,1-1 0 0 0,-1 1 0 0 0,1 0-1 0 0,-1 0 1 0 0,1-1 0 0 0,-1 1 0 0 0,1 0 0 0 0,-1-1 0 0 0,1 1 0 0 0,0-1 0 0 0,-1 1 0 0 0,1-1 0 0 0,-1 1-1 0 0,1-1 1 0 0,0 1 0 0 0,0-1 0 0 0,-1 1 0 0 0,1-1 0 0 0,0 1 0 0 0,0-1 0 0 0,-1 0 0 0 0,1 1 0 0 0,0-1-1 0 0,0 0 1 0 0,-4-19 111 0 0,3 4-98 0 0,1-1-1 0 0,0 1 1 0 0,2 0-1 0 0,0 0 1 0 0,0-1-1 0 0,9-27 1 0 0,-3 18 76 0 0,2 1 0 0 0,0 1 0 0 0,20-34 0 0 0,-20 41-13 0 0,2 1 0 0 0,0 0-1 0 0,0 0 1 0 0,2 1 0 0 0,0 1-1 0 0,25-21 1 0 0,-25 25-47 0 0,0 0 0 0 0,1 0 0 0 0,0 2 0 0 0,0 0 0 0 0,1 1 0 0 0,0 0 0 0 0,32-8-1 0 0,-43 14-8 0 0,0-1 0 0 0,0 2 0 0 0,0-1-1 0 0,0 1 1 0 0,0-1 0 0 0,0 1 0 0 0,0 1-1 0 0,8 0 1 0 0,-11 0-16 0 0,0-1 0 0 0,-1 1 0 0 0,1 0 0 0 0,0 0 0 0 0,-1-1 1 0 0,1 1-1 0 0,-1 0 0 0 0,1 0 0 0 0,-1 0 0 0 0,1 1 0 0 0,-1-1 0 0 0,0 0 0 0 0,1 1 0 0 0,-1-1 0 0 0,0 0 0 0 0,0 1 1 0 0,0-1-1 0 0,0 1 0 0 0,-1 0 0 0 0,1-1 0 0 0,0 1 0 0 0,-1 0 0 0 0,1-1 0 0 0,-1 1 0 0 0,1 0 0 0 0,0 3 0 0 0,-1 3 3 0 0,1 0 0 0 0,-1 0 0 0 0,-1-1 0 0 0,1 1 0 0 0,-1 0 0 0 0,-1 0 0 0 0,1-1 0 0 0,-4 11 0 0 0,-27 60-227 0 0,-31 40-522 0 0,53-103 265 0 0,0 0-1 0 0,-1 0 0 0 0,-1-1 1 0 0,0-1-1 0 0,-19 16 0 0 0,26-25 97 0 0,0-1 0 0 0,0 1-1 0 0,0-1 1 0 0,0 0 0 0 0,-12 4 0 0 0,14-6 428 0 0,0 0 0 0 0,0 0-1 0 0,0-1 1 0 0,0 1 0 0 0,0-1 0 0 0,0 1 0 0 0,0-1 0 0 0,0 0 0 0 0,-1 0 0 0 0,1-1 0 0 0,0 1 0 0 0,0-1 0 0 0,-3 0 0 0 0,6 1 10 0 0,-1 0 0 0 0,1 0 1 0 0,0 0-1 0 0,0 0 0 0 0,0 0 1 0 0,-1 0-1 0 0,1-1 0 0 0,0 1 1 0 0,0 0-1 0 0,0 0 0 0 0,-1 0 1 0 0,1 0-1 0 0,0 0 0 0 0,0 0 1 0 0,0 0-1 0 0,0 0 0 0 0,-1-1 1 0 0,1 1-1 0 0,0 0 0 0 0,0 0 1 0 0,0 0-1 0 0,0 0 0 0 0,0-1 1 0 0,0 1-1 0 0,-1 0 1 0 0,1 0-1 0 0,0 0 0 0 0,0 0 1 0 0,0-1-1 0 0,0 1 0 0 0,0 0 1 0 0,0 0-1 0 0,0 0 0 0 0,0-1 1 0 0,0 1-1 0 0,0 0 0 0 0,0 0 1 0 0,0 0-1 0 0,0-1 0 0 0,0 1 1 0 0,0 0-1 0 0,8-8 841 0 0,12-2-387 0 0,6 3-332 0 0,0 0 0 0 0,1 1-1 0 0,0 2 1 0 0,0 1 0 0 0,48 0 0 0 0,-57 4-460 0 0,0 0-1 0 0,0 2 1 0 0,-1 0-1 0 0,1 1 1 0 0,-1 1-1 0 0,22 8 0 0 0,-19-5-771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1.9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20 416 5983 0 0,'-1'-1'161'0'0,"0"1"-1"0"0,0 0 0 0 0,0 0 0 0 0,0 0 0 0 0,1-1 1 0 0,-1 1-1 0 0,0 0 0 0 0,0-1 0 0 0,0 1 0 0 0,1 0 0 0 0,-1-1 1 0 0,0 1-1 0 0,1-1 0 0 0,-1 1 0 0 0,0-1 0 0 0,1 0 1 0 0,-1 1-1 0 0,1-1 0 0 0,-1 0 0 0 0,1 1 0 0 0,-1-1 1 0 0,1 0-1 0 0,-1 0 0 0 0,1 1 0 0 0,0-1 0 0 0,0 0 0 0 0,-1 0 1 0 0,1 0-1 0 0,0 1 0 0 0,0-1 0 0 0,0 0 0 0 0,0-1 1 0 0,-1-5 1099 0 0,0 0 0 0 0,1 0 0 0 0,1-8 0 0 0,-1 4-1520 0 0,1-33 2026 0 0,10-62-1 0 0,-4 67-2091 0 0,21-69 0 0 0,-17 80-389 0 0,0 4-12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2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11 317 13359 0 0,'-2'6'476'0'0,"0"0"-1"0"0,0-1 0 0 0,1 1 1 0 0,-1 0-1 0 0,1 0 0 0 0,1 0 1 0 0,-1 0-1 0 0,1 10 0 0 0,1-6 32 0 0,-1-1-1 0 0,2 1 0 0 0,-1-1 0 0 0,6 16 1 0 0,-6-22-366 0 0,0 1 1 0 0,1-1-1 0 0,-1 1 1 0 0,1-1-1 0 0,0 0 1 0 0,0 1 0 0 0,1-1-1 0 0,-1 0 1 0 0,1-1-1 0 0,-1 1 1 0 0,1 0 0 0 0,0-1-1 0 0,0 1 1 0 0,5 2-1 0 0,-3-2-72 0 0,0-1-1 0 0,0 0 1 0 0,0 0-1 0 0,0 0 1 0 0,0-1-1 0 0,0 0 1 0 0,1 0-1 0 0,-1 0 1 0 0,8 0 0 0 0,-2-1-53 0 0,-1-1 0 0 0,1 0 0 0 0,-1 0 0 0 0,0-1 0 0 0,0-1 0 0 0,0 1 1 0 0,0-2-1 0 0,0 1 0 0 0,0-1 0 0 0,10-7 0 0 0,-10 5-44 0 0,1-1 1 0 0,-2 0-1 0 0,1 0 0 0 0,-1-1 0 0 0,0 0 1 0 0,0-1-1 0 0,-1 0 0 0 0,-1 0 0 0 0,1-1 1 0 0,-1 0-1 0 0,-1 0 0 0 0,0 0 0 0 0,-1-1 1 0 0,1 0-1 0 0,-2 0 0 0 0,0-1 0 0 0,0 1 1 0 0,-1-1-1 0 0,-1 0 0 0 0,0 0 0 0 0,0 0 1 0 0,-1 0-1 0 0,-1 0 0 0 0,0 0 0 0 0,0 0 1 0 0,-4-17-1 0 0,0 12-203 0 0,0-1 0 0 0,-1 1 0 0 0,-15-32 0 0 0,17 43 98 0 0,0 0 1 0 0,0 0 0 0 0,-1 0 0 0 0,0 0 0 0 0,0 1 0 0 0,0-1 0 0 0,-1 1 0 0 0,1 0 0 0 0,-1 1 0 0 0,-1-1 0 0 0,1 1 0 0 0,-1 0 0 0 0,-6-4 0 0 0,8 7 71 0 0,0-1 1 0 0,0 1-1 0 0,1 0 1 0 0,-1 1-1 0 0,0-1 1 0 0,0 1 0 0 0,0-1-1 0 0,0 1 1 0 0,0 0-1 0 0,0 1 1 0 0,0-1 0 0 0,0 1-1 0 0,1 0 1 0 0,-1 0-1 0 0,0 0 1 0 0,0 0 0 0 0,1 0-1 0 0,-1 1 1 0 0,1 0-1 0 0,-7 4 1 0 0,-2 2 87 0 0,0 0 0 0 0,1 1-1 0 0,0 0 1 0 0,-12 15 0 0 0,11-11-106 0 0,1 1 0 0 0,1 0 0 0 0,0 1 0 0 0,1 0 0 0 0,0 0 0 0 0,1 0 0 0 0,1 1 0 0 0,1 1 0 0 0,0-1 0 0 0,-6 31 0 0 0,11-39-239 0 0,0-1 0 0 0,0 0 0 0 0,1 1 0 0 0,0-1 0 0 0,1 1 0 0 0,0-1 0 0 0,0 1 0 0 0,0-1 0 0 0,5 12 0 0 0,5 4-5004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2.8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66 14279 0 0,'-8'38'1868'0'0,"-12"76"833"0"0,19-102-2388 0 0,0 1 1 0 0,1 0-1 0 0,0 0 0 0 0,1 0 0 0 0,1-1 0 0 0,5 24 1 0 0,-5-31-199 0 0,-1-1 0 0 0,1 1 0 0 0,0 0 0 0 0,1-1 0 0 0,-1 1 1 0 0,1-1-1 0 0,0 1 0 0 0,0-1 0 0 0,0 0 0 0 0,1-1 0 0 0,-1 1 1 0 0,9 6-1 0 0,-9-8-60 0 0,-1 0 0 0 0,1-1 0 0 0,0 1-1 0 0,0-1 1 0 0,0 1 0 0 0,1-1 0 0 0,-1 0 0 0 0,0 0 0 0 0,0-1 0 0 0,1 1 0 0 0,-1-1 0 0 0,0 1 0 0 0,1-1 0 0 0,-1 0 0 0 0,0 0 0 0 0,1 0-1 0 0,-1-1 1 0 0,0 0 0 0 0,0 1 0 0 0,7-3 0 0 0,-2-1 14 0 0,0 0 0 0 0,0 0 1 0 0,0-1-1 0 0,0 0 0 0 0,-1-1 0 0 0,0 0 0 0 0,0 0 0 0 0,0 0 1 0 0,-1-1-1 0 0,1 0 0 0 0,-2 0 0 0 0,1 0 0 0 0,-1-1 0 0 0,6-12 1 0 0,-2 2-4 0 0,0-1 1 0 0,-2 0 0 0 0,0 0-1 0 0,-1-1 1 0 0,6-31-1 0 0,-9 34-170 0 0,-1 0-1 0 0,-1-1 1 0 0,0 0-1 0 0,-1 1 1 0 0,-1-1-1 0 0,-3-18 0 0 0,-1 23-2348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0 555 13359 0 0,'1'5'283'0'0,"0"-1"-132"0"0,0-1 0 0 0,0 1 0 0 0,0-1-1 0 0,1 1 1 0 0,2 5 0 0 0,-3-8-79 0 0,-1 0 0 0 0,1 0 0 0 0,0 0 0 0 0,0 0 0 0 0,0 0-1 0 0,0 0 1 0 0,0 0 0 0 0,1 0 0 0 0,-1 0 0 0 0,0-1 0 0 0,0 1 0 0 0,0 0 0 0 0,1-1-1 0 0,-1 1 1 0 0,0-1 0 0 0,1 0 0 0 0,-1 1 0 0 0,1-1 0 0 0,1 0 0 0 0,4 1 177 0 0,1-1 0 0 0,0-1 1 0 0,-1 1-1 0 0,1-1 0 0 0,-1-1 1 0 0,0 1-1 0 0,1-1 0 0 0,-1 0 0 0 0,0-1 1 0 0,0 0-1 0 0,0 0 0 0 0,11-7 1 0 0,2-4 164 0 0,1 0-1 0 0,28-27 1 0 0,-25 19-293 0 0,22-25 0 0 0,-37 36-206 0 0,-1 0 1 0 0,0 0-1 0 0,0 0 0 0 0,-1-1 0 0 0,6-15 1 0 0,-12 25 37 0 0,0 0 1 0 0,-1 0 0 0 0,1 0 0 0 0,0 0 0 0 0,-1 0 0 0 0,1 0 0 0 0,-1 0 0 0 0,0-1-1 0 0,0 1 1 0 0,0 0 0 0 0,0 0 0 0 0,0 0 0 0 0,0-1 0 0 0,-1 1 0 0 0,1 0 0 0 0,-1 0-1 0 0,1 0 1 0 0,-3-4 0 0 0,2 4 10 0 0,-1-1 1 0 0,0 1-1 0 0,0 0 0 0 0,0-1 0 0 0,0 1 0 0 0,0 0 1 0 0,0 0-1 0 0,-1 0 0 0 0,1 1 0 0 0,-1-1 0 0 0,1 1 1 0 0,-4-2-1 0 0,-5-2 9 0 0,-1 1 1 0 0,1 1-1 0 0,-1 0 0 0 0,0 0 1 0 0,-19-1-1 0 0,6 2 255 0 0,15 2 230 0 0,0-1 0 0 0,0 0 0 0 0,0 0 0 0 0,1-1 0 0 0,-1 0 0 0 0,-12-5-1 0 0,22 6-420 0 0,-1 1 0 0 0,0 0 0 0 0,0-1 0 0 0,0 1 0 0 0,0-1-1 0 0,1 0 1 0 0,-1 1 0 0 0,0-1 0 0 0,0 0 0 0 0,1 1-1 0 0,-1-1 1 0 0,0 0 0 0 0,1 0 0 0 0,-1 1 0 0 0,1-1-1 0 0,-1 0 1 0 0,1 0 0 0 0,0 0 0 0 0,-1 0 0 0 0,1 0-1 0 0,0 0 1 0 0,-1 0 0 0 0,1 0 0 0 0,0 0 0 0 0,0 0 0 0 0,0 0-1 0 0,0 0 1 0 0,0 0 0 0 0,0 0 0 0 0,0 0 0 0 0,0 0-1 0 0,1 0 1 0 0,-1 1 0 0 0,0-1 0 0 0,0 0 0 0 0,1 0-1 0 0,-1 0 1 0 0,1 0 0 0 0,0-1 0 0 0,3-5 36 0 0,-1 1 0 0 0,1 1 0 0 0,1-1 0 0 0,6-7-1 0 0,-10 11-42 0 0,19-18 15 0 0,0 1 0 0 0,1 1 0 0 0,0 0 0 0 0,43-25 0 0 0,6 5-6904 0 0,-38 23-611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3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77 23 7831 0 0,'0'3'868'0'0,"0"-12"373"0"0,0 8-915 0 0,0 0 1 0 0,0 0-1 0 0,0 0 1 0 0,0 0-1 0 0,0 0 1 0 0,0 0-1 0 0,0 0 1 0 0,0 0-1 0 0,1 0 1 0 0,-1 0-1 0 0,0 0 0 0 0,1 0 1 0 0,-1 1-1 0 0,1-1 1 0 0,0-2-1 0 0,0 4-99 0 0,0 0-1 0 0,-1 0 1 0 0,1 0-1 0 0,-1 0 0 0 0,1 0 1 0 0,-1 0-1 0 0,0 0 1 0 0,1 0-1 0 0,-1 0 1 0 0,0 0-1 0 0,0 0 1 0 0,1 0-1 0 0,-1 0 0 0 0,0 1 1 0 0,0-1-1 0 0,0 0 1 0 0,-1 1-1 0 0,2-1-63 0 0,0 69 1158 0 0,-3 0 1 0 0,-12 76-1 0 0,-34 138-878 0 0,31-195-46 0 0,15-73-346 0 0,0 0 0 0 0,0 20 0 0 0,2-36-52 0 0,0 0 0 0 0,0 0 0 0 0,0 1 0 0 0,0-1-1 0 0,0 0 1 0 0,0 0 0 0 0,0 0 0 0 0,0 0 0 0 0,-1 0 0 0 0,1 0 0 0 0,0 1 0 0 0,0-1-1 0 0,0 0 1 0 0,0 0 0 0 0,0 0 0 0 0,0 0 0 0 0,0 0 0 0 0,0 1 0 0 0,0-1 0 0 0,0 0-1 0 0,0 0 1 0 0,1 0 0 0 0,-1 0 0 0 0,0 0 0 0 0,0 0 0 0 0,0 1 0 0 0,0-1 0 0 0,0 0-1 0 0,0 0 1 0 0,0 0 0 0 0,0 0 0 0 0,0 0 0 0 0,0 0 0 0 0,0 0 0 0 0,0 1 0 0 0,1-1-1 0 0,-1 0 1 0 0,0 0 0 0 0,0 0 0 0 0,0 0 0 0 0,0 0 0 0 0,0 0 0 0 0,0 0 0 0 0,1 0-1 0 0,-1 0 1 0 0,0 0 0 0 0,0 0 0 0 0,0 0 0 0 0,0 0 0 0 0,0 0 0 0 0,0 0 0 0 0,1 0-1 0 0,5-7-269 0 0,4-15-238 0 0,-4 1-744 0 0,-1 0 0 0 0,3-32-1 0 0,-5 20-5954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1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21 155 2759 0 0,'-2'0'355'0'0,"-17"-11"12971"0"0,33-1-10100 0 0,1 2-2267 0 0,1 0 0 0 0,0 1 0 0 0,25-10 0 0 0,55-14-131 0 0,-87 30-762 0 0,121-33 533 0 0,-111 32-567 0 0,0 1 1 0 0,0 1-1 0 0,0 0 1 0 0,0 2-1 0 0,20 1 1 0 0,-35-1-222 0 0,0 1 0 0 0,0-1 0 0 0,1 1 0 0 0,-1 0 0 0 0,0 0 0 0 0,0 0 0 0 0,0 1 0 0 0,0-1 0 0 0,0 1 0 0 0,0 0 0 0 0,0 0 0 0 0,-1 0 0 0 0,6 5 0 0 0,3 6-7948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3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79 16127 0 0,'9'0'1096'0'0,"0"-2"-1"0"0,16-3 0 0 0,0 0-83 0 0,122-22 1759 0 0,-38 6-3487 0 0,-36 9-4959 0 0,-32 6-1547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4.8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92 17967 0 0,'-1'3'190'0'0,"0"-1"-1"0"0,0 1 1 0 0,1-1 0 0 0,-1 1-1 0 0,0-1 1 0 0,1 1-1 0 0,0 0 1 0 0,0-1 0 0 0,-1 1-1 0 0,2 4 1 0 0,-2 5-9 0 0,-3 32 235 0 0,2 0 0 0 0,2 0 0 0 0,2 0 1 0 0,1 0-1 0 0,3 0 0 0 0,1 0 0 0 0,15 47 0 0 0,-19-84-365 0 0,-1 0 0 0 0,1 0-1 0 0,1 0 1 0 0,-1 0 0 0 0,1 0-1 0 0,0-1 1 0 0,1 1 0 0 0,-1-1-1 0 0,12 10 1 0 0,-14-14-36 0 0,1 0-1 0 0,-1 0 1 0 0,0 0 0 0 0,1 0-1 0 0,0-1 1 0 0,-1 1-1 0 0,1-1 1 0 0,0 0 0 0 0,0 0-1 0 0,0 0 1 0 0,0 0-1 0 0,0 0 1 0 0,0-1 0 0 0,0 1-1 0 0,0-1 1 0 0,0 0-1 0 0,0 0 1 0 0,0 0 0 0 0,0 0-1 0 0,0 0 1 0 0,0-1 0 0 0,0 0-1 0 0,0 1 1 0 0,0-1-1 0 0,0 0 1 0 0,0 0 0 0 0,4-3-1 0 0,1-1 30 0 0,0 0-1 0 0,-1-1 1 0 0,1 0 0 0 0,-1 0-1 0 0,0-1 1 0 0,-1 0-1 0 0,0 0 1 0 0,0 0 0 0 0,7-13-1 0 0,4-8 160 0 0,18-42-1 0 0,-20 35-143 0 0,-2-2-1 0 0,13-55 0 0 0,4-78 118 0 0,-11 60-995 0 0,-17 104 278 0 0,-1 12-1778 0 0,-1 3-5634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5.52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0 616 1839 0 0,'9'11'15278'0'0,"-8"-12"-14953"0"0,7-2 5117 0 0,-1 0-5941 0 0,-4 0-359 0 0,0 1 954 0 0,-1-1 0 0 0,0 1 0 0 0,0-1 0 0 0,0 1 1 0 0,0-1-1 0 0,0 0 0 0 0,-1 0 0 0 0,1 0 0 0 0,-1 0 0 0 0,0 0 0 0 0,2-5 0 0 0,-1 3-14 0 0,67-220 1453 0 0,12-27-372 0 0,-80 251-1150 0 0,-1-1 0 0 0,1 1 0 0 0,-1 0 0 0 0,1-1 0 0 0,0 1 0 0 0,-1 0 0 0 0,1 0 0 0 0,0 0 0 0 0,0 0 0 0 0,0 0 0 0 0,0 0 0 0 0,0 0 0 0 0,0 0 0 0 0,0 0 0 0 0,0 0 0 0 0,2-1 0 0 0,-2 2-8 0 0,0 0-1 0 0,-1 0 0 0 0,1 0 1 0 0,0 0-1 0 0,-1 1 0 0 0,1-1 1 0 0,0 0-1 0 0,0 0 0 0 0,-1 0 1 0 0,1 1-1 0 0,0-1 1 0 0,-1 0-1 0 0,1 1 0 0 0,0-1 1 0 0,-1 0-1 0 0,1 1 0 0 0,-1-1 1 0 0,1 1-1 0 0,-1-1 0 0 0,1 1 1 0 0,-1-1-1 0 0,1 1 0 0 0,-1 0 1 0 0,1-1-1 0 0,-1 1 0 0 0,0-1 1 0 0,1 1-1 0 0,-1 0 0 0 0,0 0 1 0 0,1-1-1 0 0,-1 2 0 0 0,8 17-20 0 0,-1 0-1 0 0,-1 0 1 0 0,5 32-1 0 0,-4-21 6 0 0,9 38 24 0 0,2 12 46 0 0,30 83 0 0 0,-45-153-35 0 0,2 0-1 0 0,-1 0 1 0 0,1-1 0 0 0,1 0 0 0 0,12 16 0 0 0,-16-22-19 0 0,1 0 1 0 0,0-1 0 0 0,-1 1-1 0 0,1-1 1 0 0,0 0 0 0 0,0 0-1 0 0,0 0 1 0 0,0 0 0 0 0,5 1-1 0 0,-6-2-4 0 0,0 0-1 0 0,0-1 1 0 0,1 1-1 0 0,-1-1 1 0 0,0 0-1 0 0,0 0 1 0 0,0 0-1 0 0,0 0 1 0 0,1 0-1 0 0,-1 0 0 0 0,0-1 1 0 0,0 1-1 0 0,0-1 1 0 0,0 1-1 0 0,0-1 1 0 0,0 0-1 0 0,2-1 1 0 0,0 0 5 0 0,-1 0 0 0 0,0-1 0 0 0,0 1 1 0 0,0-1-1 0 0,0 0 0 0 0,0 0 0 0 0,0 0 1 0 0,-1 0-1 0 0,0 0 0 0 0,1-1 0 0 0,-1 1 0 0 0,2-7 1 0 0,3-7 101 0 0,8-25 0 0 0,-12 33-49 0 0,18-73 208 0 0,17-138 1 0 0,-15 74-205 0 0,-20 122-53 0 0,-2 15-24 0 0,1 0-1 0 0,0 0 0 0 0,3-10 0 0 0,-3 15-241 0 0,0 7-588 0 0,-1 8-4129 0 0,0 3-5262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0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3 646 5063 0 0,'-1'12'42'0'0,"-1"6"2509"0"0,2-17-2057 0 0,0 0 1 0 0,0 0 0 0 0,1 0-1 0 0,-1 0 1 0 0,0 0 0 0 0,0 0-1 0 0,1 0 1 0 0,-1 0-1 0 0,0 0 1 0 0,1 0 0 0 0,0 2-1 0 0,0-3-350 0 0,-1 1 1 0 0,0-1-1 0 0,1 0 0 0 0,-1 0 0 0 0,0 0 0 0 0,1 0 0 0 0,-1 0 1 0 0,0 1-1 0 0,1-1 0 0 0,-1 0 0 0 0,0 0 0 0 0,1 0 1 0 0,-1 0-1 0 0,0 0 0 0 0,1 0 0 0 0,-1 0 0 0 0,0 0 0 0 0,1 0 1 0 0,-1-1-1 0 0,0 1 0 0 0,1 0 0 0 0,-1 0 0 0 0,0 0 0 0 0,1 0 1 0 0,-1 0-1 0 0,0-1 0 0 0,1 1 0 0 0,-1 0 0 0 0,0 0 0 0 0,0 0 1 0 0,1-1-1 0 0,-1 1 0 0 0,0 0 0 0 0,0 0 0 0 0,0-1 0 0 0,1 1 1 0 0,-1 0-1 0 0,0-1 0 0 0,0 1 0 0 0,0 0 0 0 0,1-1 1 0 0,10-16 819 0 0,-10 15-598 0 0,14-25 492 0 0,-1-1 0 0 0,19-51 0 0 0,10-63 24 0 0,17-44-124 0 0,-55 175-703 0 0,1-4 48 0 0,0-1-1 0 0,1 1 0 0 0,1 0 1 0 0,1 1-1 0 0,13-18 0 0 0,-22 32-84 0 0,1-1 1 0 0,-1 0-1 0 0,1 0 0 0 0,-1 1 0 0 0,1-1 0 0 0,0 0 0 0 0,0 1 0 0 0,-1-1 0 0 0,1 1 0 0 0,0-1 0 0 0,0 1 0 0 0,0-1 0 0 0,-1 1 0 0 0,1 0 0 0 0,0-1 0 0 0,0 1 0 0 0,0 0 0 0 0,0 0 0 0 0,1-1 0 0 0,-1 1-6 0 0,0 1 0 0 0,-1-1-1 0 0,1 0 1 0 0,-1 0 0 0 0,1 1-1 0 0,0-1 1 0 0,-1 0 0 0 0,1 1 0 0 0,-1-1-1 0 0,1 1 1 0 0,-1-1 0 0 0,1 1-1 0 0,-1-1 1 0 0,1 1 0 0 0,-1-1-1 0 0,0 1 1 0 0,1-1 0 0 0,-1 1-1 0 0,0-1 1 0 0,1 2 0 0 0,2 4 27 0 0,-1 1 0 0 0,0 0 0 0 0,-1-1 0 0 0,2 10-1 0 0,-2-8-41 0 0,24 169 60 0 0,8 41-48 0 0,-33-217-5 0 0,5 20 42 0 0,7 21 1 0 0,-10-37-35 0 0,0 0 0 0 0,0 0-1 0 0,0-1 1 0 0,1 1 0 0 0,-1-1 0 0 0,1 1 0 0 0,0-1 0 0 0,0 0-1 0 0,1 0 1 0 0,4 4 0 0 0,-7-7-4 0 0,0 0 0 0 0,0 0 0 0 0,1-1 0 0 0,-1 1 0 0 0,0 0 0 0 0,0-1 0 0 0,0 1-1 0 0,1-1 1 0 0,-1 1 0 0 0,0-1 0 0 0,1 0 0 0 0,-1 0 0 0 0,0 1 0 0 0,1-1 0 0 0,-1 0 0 0 0,0 0 0 0 0,1 0 0 0 0,1-1-1 0 0,0 0 15 0 0,-1 1-1 0 0,0-1 0 0 0,1 0 0 0 0,-1 0 0 0 0,0 0 0 0 0,0-1 0 0 0,0 1 0 0 0,0 0 0 0 0,3-4 0 0 0,1 0 35 0 0,0-1 0 0 0,-1-1 0 0 0,0 1-1 0 0,0-1 1 0 0,4-8 0 0 0,2-8 31 0 0,0 0-1 0 0,-2-1 1 0 0,0 0-1 0 0,-2-1 1 0 0,6-34-1 0 0,11-129 32 0 0,-22 166-94 0 0,4-37-29 0 0,5-89-2320 0 0,-13 152-535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29:46.9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39 7831 0 0,'13'3'3703'0'0,"-12"-3"-3622"0"0,0 0 0 0 0,0 1 0 0 0,0-1 0 0 0,-1 0 1 0 0,1 0-1 0 0,0 1 0 0 0,0-1 0 0 0,0 0 0 0 0,0 0 0 0 0,0 0 0 0 0,0 0 0 0 0,0 0 0 0 0,0 0 0 0 0,0-1 1 0 0,0 1-1 0 0,0 0 0 0 0,-1 0 0 0 0,1-1 0 0 0,0 1 0 0 0,0 0 0 0 0,0-1 0 0 0,0 1 0 0 0,0-1 0 0 0,-1 1 1 0 0,1-1-1 0 0,0 0 0 0 0,-1 1 0 0 0,2-2 0 0 0,9-17 1731 0 0,-10 19-1738 0 0,-1-1 0 0 0,1 0 0 0 0,-1 0 0 0 0,1 0 1 0 0,-1 1-1 0 0,0-1 0 0 0,0 0 0 0 0,0 0 0 0 0,1 0 0 0 0,-1 0 0 0 0,0 0 0 0 0,-5-5 5186 0 0,2 16-5116 0 0,0 1 0 0 0,1-1 0 0 0,0 1 0 0 0,1 0 0 0 0,0 0 0 0 0,0 0 0 0 0,1 0 0 0 0,1 0 0 0 0,0 0 0 0 0,0-1 0 0 0,1 1-1 0 0,4 14 1 0 0,-4-20-103 0 0,0 1-1 0 0,0-1 0 0 0,1 0 0 0 0,-1 0 0 0 0,1 0 1 0 0,0 0-1 0 0,0 0 0 0 0,1 0 0 0 0,-1-1 0 0 0,1 0 0 0 0,6 6 1 0 0,-7-8-4 0 0,1 0 1 0 0,-1 0 0 0 0,1 0-1 0 0,-1 0 1 0 0,1 0 0 0 0,0-1 0 0 0,0 1-1 0 0,0-1 1 0 0,0 0 0 0 0,0 0-1 0 0,0-1 1 0 0,0 1 0 0 0,0-1-1 0 0,0 0 1 0 0,0 0 0 0 0,0 0-1 0 0,7-2 1 0 0,-5 1-8 0 0,0-1 0 0 0,0 0 0 0 0,1 0 1 0 0,-1-1-1 0 0,0 0 0 0 0,-1 0 0 0 0,1 0 0 0 0,-1-1 0 0 0,1 1 0 0 0,-1-1 0 0 0,0-1 0 0 0,0 1 0 0 0,-1-1 1 0 0,1 1-1 0 0,-1-1 0 0 0,0-1 0 0 0,0 1 0 0 0,3-7 0 0 0,-5 7-49 0 0,1 0 0 0 0,0 0 0 0 0,-1 0 0 0 0,0 0 0 0 0,0-1-1 0 0,-1 1 1 0 0,0-1 0 0 0,1 1 0 0 0,-2-1 0 0 0,1 0 0 0 0,-1 1 0 0 0,0-1 0 0 0,0 0 0 0 0,0 1 0 0 0,-1-1 0 0 0,0 1 0 0 0,0-1-1 0 0,0 0 1 0 0,-1 1 0 0 0,0 0 0 0 0,-3-6 0 0 0,5 9 10 0 0,-1 1-1 0 0,0-1 1 0 0,0 1-1 0 0,0-1 1 0 0,0 1-1 0 0,0-1 1 0 0,0 1 0 0 0,-1 0-1 0 0,1-1 1 0 0,0 1-1 0 0,-1 0 1 0 0,1 0-1 0 0,-1 0 1 0 0,1 0-1 0 0,-1 0 1 0 0,1 1 0 0 0,-3-2-1 0 0,3 2 6 0 0,0 0 1 0 0,0 0-1 0 0,0 0 0 0 0,0 0 1 0 0,0 0-1 0 0,0 1 0 0 0,0-1 1 0 0,0 0-1 0 0,0 0 0 0 0,0 1 1 0 0,0-1-1 0 0,0 1 0 0 0,0-1 0 0 0,0 1 1 0 0,1-1-1 0 0,-1 1 0 0 0,0 0 1 0 0,0-1-1 0 0,1 1 0 0 0,-1 0 1 0 0,0 0-1 0 0,1-1 0 0 0,-1 1 1 0 0,0 0-1 0 0,1 0 0 0 0,-1 0 1 0 0,1 0-1 0 0,0 0 0 0 0,-1 0 0 0 0,1 0 1 0 0,-1 1-1 0 0,0 3 17 0 0,-1 0 1 0 0,1 0-1 0 0,0 0 0 0 0,0 1 0 0 0,0-1 0 0 0,1 0 1 0 0,0 0-1 0 0,0 1 0 0 0,0-1 0 0 0,1 0 1 0 0,-1 1-1 0 0,1-1 0 0 0,1 0 0 0 0,-1 0 0 0 0,1 0 1 0 0,0 0-1 0 0,0 0 0 0 0,0 0 0 0 0,5 7 0 0 0,6 8 83 0 0,1 0 0 0 0,0-2-1 0 0,21 20 1 0 0,-17-18-55 0 0,3 3 189 0 0,-1 1 0 0 0,-1 1 0 0 0,-1 1 0 0 0,20 39 0 0 0,-33-56-158 0 0,-1 0 1 0 0,-1 1 0 0 0,1-1-1 0 0,-1 1 1 0 0,-1 0 0 0 0,0 0 0 0 0,0 0-1 0 0,-1 0 1 0 0,-1 0 0 0 0,1 0 0 0 0,-1 0-1 0 0,-1 0 1 0 0,0 0 0 0 0,-1 1 0 0 0,0-2-1 0 0,0 1 1 0 0,-7 17 0 0 0,3-14-26 0 0,0-1 1 0 0,-1 0-1 0 0,0-1 1 0 0,-1 1-1 0 0,0-1 1 0 0,-1-1-1 0 0,0 0 1 0 0,-1 0-1 0 0,0-1 1 0 0,0 0-1 0 0,-1 0 1 0 0,-20 11-1 0 0,23-15-57 0 0,-1-1 1 0 0,1 1-1 0 0,-1-1 0 0 0,0-1 0 0 0,-1 0 0 0 0,1 0 0 0 0,0-1 1 0 0,-1 0-1 0 0,1-1 0 0 0,-1 0 0 0 0,0 0 0 0 0,1-1 0 0 0,-1 0 1 0 0,0-1-1 0 0,1 0 0 0 0,-1-1 0 0 0,0 0 0 0 0,-15-5 0 0 0,20 5-341 0 0,1 0 0 0 0,0 0 0 0 0,-1-1-1 0 0,1 1 1 0 0,0-1 0 0 0,-6-6 0 0 0,-5-8-8960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2.7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3553 5527 0 0,'0'-9'976'0'0,"9"0"678"0"0,1-1-1483 0 0,1 1 1 0 0,0 0 0 0 0,1 1-1 0 0,0 0 1 0 0,19-9-1 0 0,70-24-167 0 0,-48 21 301 0 0,79-32 137 0 0,162-67 670 0 0,430-153 85 0 0,200-27-1116 0 0,-382 135-80 0 0,6 20-12 0 0,-524 138 9 0 0,994-220-167 0 0,-46 39-186 0 0,11 6 275 0 0,-329 64 64 0 0,490-103 16 0 0,-121 38-68 0 0,-927 166 62 0 0,1619-218-112 0 0,-1359 194 118 0 0,168-17 0 0 0,453-33 0 0 0,-180 21 95 0 0,97-8 68 0 0,135-19 155 0 0,-542 52-158 0 0,40-3 19 0 0,-370 35-122 0 0,359-30 147 0 0,440-48 362 0 0,275-26 872 0 0,-907 87-860 0 0,1269-106 1726 0 0,-478 85-1148 0 0,-372 53-1062 0 0,-191 26-704 0 0,-448-18-44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3.51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 1 5527 0 0,'-5'0'726'0'0,"0"0"-1"0"0,1 0 1 0 0,-1 1-1 0 0,0 0 0 0 0,1 0 1 0 0,-1 0-1 0 0,1 0 1 0 0,0 0-1 0 0,-1 1 1 0 0,-4 3-1 0 0,7-4-610 0 0,0 0 0 0 0,1 0 1 0 0,-1 0-1 0 0,1 1 0 0 0,-1-1 0 0 0,1 1 1 0 0,-1-1-1 0 0,1 1 0 0 0,0-1 1 0 0,0 1-1 0 0,0 0 0 0 0,0 0 0 0 0,0 0 1 0 0,0 0-1 0 0,0 0 0 0 0,0-1 0 0 0,1 1 1 0 0,-1 0-1 0 0,1 1 0 0 0,0-1 0 0 0,-1 0 1 0 0,1 4-1 0 0,0 5-1060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7.80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 29 5063 0 0,'0'0'72'0'0,"-1"0"0"0"0,1 0 0 0 0,-1 1 0 0 0,1-1 0 0 0,0 0 0 0 0,0 0 0 0 0,-1 1 0 0 0,1-1 0 0 0,0 0 0 0 0,0 1 0 0 0,-1-1 0 0 0,1 0 0 0 0,0 1 0 0 0,0-1 0 0 0,0 0 0 0 0,-1 1 0 0 0,1-1 0 0 0,0 1 0 0 0,0-1 0 0 0,0 0 0 0 0,0 1 0 0 0,0-1 0 0 0,0 1 0 0 0,0-1 0 0 0,0 0 0 0 0,0 1 0 0 0,0-1 0 0 0,0 1-1 0 0,0-1 1 0 0,0 0 0 0 0,0 1 0 0 0,0-1 0 0 0,0 0 0 0 0,1 1 0 0 0,14 7 6048 0 0,-7-9-5031 0 0,127-26 4607 0 0,-118 24-5317 0 0,20-4 547 0 0,54-3 0 0 0,-78 10-836 0 0,0 0-1 0 0,0 1 1 0 0,0 0 0 0 0,-1 1 0 0 0,1 1-1 0 0,-1 0 1 0 0,1 0 0 0 0,13 7 0 0 0,12 9 93 0 0,-2 1 0 0 0,41 30 0 0 0,-47-29-44 0 0,2-1 0 0 0,0-2 0 0 0,48 21 0 0 0,-49-29-110 0 0,2 0 1 0 0,-1-2-1 0 0,38 4 0 0 0,100 3 197 0 0,-11-2-86 0 0,-142-10-110 0 0,-1 0 0 0 0,1 1 0 0 0,-1 1 0 0 0,0 1 0 0 0,0 0 0 0 0,16 9 0 0 0,83 57 58 0 0,-83-50-93 0 0,-19-15 67 0 0,-12-7-60 0 0,0 1 1 0 0,0-1-1 0 0,0 1 0 0 0,0-1 1 0 0,0 1-1 0 0,0 0 1 0 0,0-1-1 0 0,0 1 0 0 0,0 0 1 0 0,0 0-1 0 0,1 1 1 0 0,-2-1-5 0 0,0 0 0 0 0,0 0 1 0 0,1 0-1 0 0,-1-1 0 0 0,0 1 0 0 0,0 0 1 0 0,0 0-1 0 0,0 0 0 0 0,0 0 0 0 0,0 0 1 0 0,-1 0-1 0 0,1 0 0 0 0,0-1 0 0 0,0 1 1 0 0,-1 0-1 0 0,1 0 0 0 0,0 0 1 0 0,-1 0-1 0 0,0 1 0 0 0,0 0 2 0 0,-1 1 0 0 0,1-1 0 0 0,0 0 0 0 0,-1 1 0 0 0,0-1 0 0 0,1 0 0 0 0,-1 0 0 0 0,0 0 0 0 0,0 0 0 0 0,0-1 0 0 0,-3 3 0 0 0,4-3 0 0 0,-1-1 0 0 0,0 1 0 0 0,1 0 0 0 0,-1-1 0 0 0,0 1 0 0 0,0-1 0 0 0,1 0 0 0 0,-1 1 0 0 0,0-1 0 0 0,0 0 0 0 0,1 0 0 0 0,-1 0 0 0 0,0 0 0 0 0,0-1 0 0 0,1 1 0 0 0,-1 0 0 0 0,0-1 0 0 0,-2 0 0 0 0,-7-3-5 0 0,0-1-1 0 0,-17-9 1 0 0,-17-10-1884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3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36 727 3223 0 0,'-35'-15'15754'0'0,"42"10"-14976"0"0,315-184 2585 0 0,-117 75-2753 0 0,94-68 308 0 0,42-1-1464 0 0,-303 163-5288 0 0,-5 2-2009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38.8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 0 8287 0 0,'-2'5'492'0'0,"1"0"0"0"0,-1 0 0 0 0,1 0 0 0 0,1 0 0 0 0,-1 0 0 0 0,1 0 0 0 0,-1 0 0 0 0,2 0 0 0 0,-1 5 0 0 0,1 7 75 0 0,12 342 7540 0 0,-1-79-6776 0 0,-8-121-1957 0 0,25 164 1 0 0,-20-276-7249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1.3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4486 2303 0 0,'0'-1'33'0'0,"0"0"-1"0"0,0 0 0 0 0,1 1 0 0 0,-1-1 0 0 0,1 0 1 0 0,-1 1-1 0 0,1-1 0 0 0,-1 0 0 0 0,1 1 0 0 0,-1-1 1 0 0,1 0-1 0 0,0 1 0 0 0,-1-1 0 0 0,1 1 0 0 0,0-1 0 0 0,1 0 1 0 0,18-9 732 0 0,-12 5-631 0 0,232-148 3057 0 0,55-31-893 0 0,68 9-530 0 0,-57 31-937 0 0,638-276-494 0 0,-547 271-337 0 0,-186 71 0 0 0,561-173 208 0 0,-506 171-168 0 0,294-71-40 0 0,235-68 2 0 0,-364 95-16 0 0,198-62-36 0 0,113-31 168 0 0,-706 207-122 0 0,964-247 72 0 0,-620 163-68 0 0,322-73 0 0 0,-122 39 0 0 0,211-43 0 0 0,59 5 0 0 0,-183 48-65 0 0,2 14-63 0 0,-471 74 133 0 0,957-136-65 0 0,-816 118 60 0 0,291-35 0 0 0,-69 18 148 0 0,84-8 148 0 0,-382 45-157 0 0,840-78 366 0 0,-746 77-385 0 0,280-18 440 0 0,-458 38-381 0 0,486-19 332 0 0,-120 31-49 0 0,-7 52-654 0 0,-392-26-920 0 0,-84-12-3872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2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697 3 2759 0 0,'-78'1'3100'0'0,"4"-2"1456"0"0,68 1-2695 0 0,10-1-178 0 0,12 0 148 0 0,6 4-1118 0 0,0 1 1 0 0,-1 2-1 0 0,0 0 0 0 0,22 9 0 0 0,81 43 351 0 0,-93-43-786 0 0,-21-10-222 0 0,250 115 1073 0 0,-125-63-806 0 0,57 22-22 0 0,168 63-129 0 0,-322-127-172 0 0,42 21 0 0 0,-68-29 0 0 0,0 0 0 0 0,-1 0 0 0 0,0 1 0 0 0,-1 0 0 0 0,1 1 0 0 0,-2 0 0 0 0,14 16 0 0 0,-21-23 0 0 0,0 1 0 0 0,0-1 0 0 0,0 1 0 0 0,-1 0 0 0 0,1-1 0 0 0,-1 1 0 0 0,1 0 0 0 0,-1 0 0 0 0,0 0 0 0 0,0 0 0 0 0,0 5 0 0 0,-1-6 0 0 0,0 0 0 0 0,0 0 0 0 0,-1 0 0 0 0,1 0 0 0 0,0 0 0 0 0,-1 0 0 0 0,0 0 0 0 0,1 0 0 0 0,-1 0 0 0 0,0 0 0 0 0,0-1 0 0 0,0 1 0 0 0,0 0 0 0 0,0-1 0 0 0,0 1 0 0 0,-1 0 0 0 0,1-1 0 0 0,-1 0 0 0 0,-1 3 0 0 0,-5 1 0 0 0,1 1 0 0 0,-1-1 0 0 0,0 0 0 0 0,0 0 0 0 0,0-1 0 0 0,-12 4 0 0 0,-55 16 0 0 0,59-20 0 0 0,-128 33 0 0 0,-71 23 0 0 0,-110 62-141 0 0,70-24 2 0 0,145-59 44 0 0,-394 156-130 0 0,353-131 78 0 0,29-14-2870 0 0,90-35-3859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3.10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569 0 5063 0 0,'-2'2'93'0'0,"0"-1"-1"0"0,0 0 0 0 0,0 1 1 0 0,0-1-1 0 0,1 1 0 0 0,-1 0 1 0 0,0 0-1 0 0,1 0 0 0 0,0-1 0 0 0,-1 1 1 0 0,1 1-1 0 0,-2 2 0 0 0,-7 11 1234 0 0,-34 48 1581 0 0,-52 104 0 0 0,-21 78 800 0 0,-16 64-668 0 0,90-212-2513 0 0,-42 149 0 0 0,80-227-562 0 0,1 1 0 0 0,0-1 0 0 0,0 22 0 0 0,4-32-26 0 0,0-1 1 0 0,0 1-1 0 0,1 0 1 0 0,1 0-1 0 0,-1-1 1 0 0,2 1-1 0 0,-1-1 1 0 0,6 14-1 0 0,12 13-218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0.9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455 0 6447 0 0,'-13'1'791'0'0,"0"0"-1"0"0,0 1 0 0 0,1 0 1 0 0,0 1-1 0 0,-1 0 0 0 0,1 1 1 0 0,0 1-1 0 0,0 0 0 0 0,-18 11 1 0 0,10-4-175 0 0,0 1-1 0 0,0 2 1 0 0,1 0 0 0 0,-19 20 0 0 0,21-16-232 0 0,1 0-1 0 0,1 0 1 0 0,1 2 0 0 0,0 0-1 0 0,2 0 1 0 0,-16 38-1 0 0,11-15 199 0 0,1 2 0 0 0,-14 69 0 0 0,25-90-455 0 0,0-1 0 0 0,2 2 1 0 0,0-1-1 0 0,2 0 0 0 0,2 31 1 0 0,0-48-92 0 0,1 1-1 0 0,0 0 1 0 0,0-1 0 0 0,0 1 0 0 0,1-1 0 0 0,1 1 0 0 0,7 14 0 0 0,-7-18-21 0 0,-1 0 0 0 0,1 1 1 0 0,1-1-1 0 0,-1-1 0 0 0,1 1 1 0 0,0 0-1 0 0,0-1 0 0 0,0 0 0 0 0,0-1 1 0 0,1 1-1 0 0,11 5 0 0 0,-10-6-1 0 0,1 0 0 0 0,0 0 0 0 0,1-1 0 0 0,-1 0 0 0 0,0 0 0 0 0,1-1 1 0 0,-1 0-1 0 0,1-1 0 0 0,-1 0 0 0 0,1 0 0 0 0,-1 0 0 0 0,0-1 0 0 0,1-1 0 0 0,-1 1 0 0 0,0-2 0 0 0,1 1 0 0 0,-1-1 0 0 0,14-7 0 0 0,-12 5-12 0 0,1-2-1 0 0,-1 1 0 0 0,0-1 1 0 0,-1-1-1 0 0,1 0 1 0 0,-2 0-1 0 0,1-1 0 0 0,-1 0 1 0 0,0-1-1 0 0,-1 1 1 0 0,0-2-1 0 0,9-16 0 0 0,-11 15-52 0 0,1-1-1 0 0,-1 1 0 0 0,-1-1 0 0 0,0 0 1 0 0,3-21-1 0 0,-7 28 38 0 0,1 0 0 0 0,-1 0 1 0 0,0 0-1 0 0,0 0 0 0 0,0 1 1 0 0,-1-1-1 0 0,0 0 0 0 0,0 0 1 0 0,0 1-1 0 0,-1-1 0 0 0,0 0 1 0 0,0 1-1 0 0,0 0 0 0 0,-1-1 1 0 0,-4-5-1 0 0,5 8 1 0 0,-1 1 1 0 0,1-1-1 0 0,-1 1 0 0 0,0-1 0 0 0,0 1 1 0 0,0 0-1 0 0,0 0 0 0 0,0 0 0 0 0,0 0 0 0 0,-1 1 1 0 0,1-1-1 0 0,-1 1 0 0 0,1 0 0 0 0,-1 0 1 0 0,1 0-1 0 0,-8-1 0 0 0,5 2-24 0 0,0-1 0 0 0,0 1 1 0 0,-1 0-1 0 0,1 1 0 0 0,0 0 0 0 0,0 0 0 0 0,0 0 0 0 0,0 0 1 0 0,-8 4-1 0 0,14-5 37 0 0,0 0-1 0 0,1 0 1 0 0,-1 0 0 0 0,0 0 0 0 0,0 0 0 0 0,0 0-1 0 0,0 0 1 0 0,0 0 0 0 0,0 0 0 0 0,0 0-1 0 0,0 0 1 0 0,0 0 0 0 0,0 0 0 0 0,0 0 0 0 0,0 0-1 0 0,0 1 1 0 0,0-1 0 0 0,0 0 0 0 0,0 0-1 0 0,0 0 1 0 0,0 0 0 0 0,0 0 0 0 0,0 0 0 0 0,0 0-1 0 0,0 0 1 0 0,0 0 0 0 0,0 0 0 0 0,0 0-1 0 0,0 0 1 0 0,0 1 0 0 0,0-1 0 0 0,0 0 0 0 0,0 0-1 0 0,0 0 1 0 0,0 0 0 0 0,0 0 0 0 0,0 0 0 0 0,0 0-1 0 0,0 0 1 0 0,0 0 0 0 0,0 0 0 0 0,0 0-1 0 0,0 0 1 0 0,0 0 0 0 0,0 1 0 0 0,0-1 0 0 0,0 0-1 0 0,0 0 1 0 0,0 0 0 0 0,0 0 0 0 0,-1 0-1 0 0,1 0 1 0 0,7 1 1 0 0,11-3 84 0 0,-1 0 0 0 0,1-1 0 0 0,-1-1 0 0 0,26-10 0 0 0,-7 3 58 0 0,77-24-9 0 0,-54 15-986 0 0,92-18 1 0 0,-115 33-6764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1.61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5 761 9215 0 0,'0'0'29'0'0,"0"0"-1"0"0,0 0 1 0 0,0 0-1 0 0,0 0 1 0 0,0 0-1 0 0,0 0 1 0 0,0 0-1 0 0,0 1 1 0 0,0-1-1 0 0,0 0 1 0 0,0 0-1 0 0,-1 0 1 0 0,1 0-1 0 0,0 0 1 0 0,0 0 0 0 0,0 0-1 0 0,0 0 1 0 0,0 0-1 0 0,0 0 1 0 0,0 0-1 0 0,0 0 1 0 0,0 0-1 0 0,-1 0 1 0 0,1 0-1 0 0,0 0 1 0 0,0 0-1 0 0,0 0 1 0 0,0 0-1 0 0,0 0 1 0 0,0 0-1 0 0,0 0 1 0 0,0 0-1 0 0,-1 0 1 0 0,1 0-1 0 0,0 0 1 0 0,0 0-1 0 0,0 0 1 0 0,0 0-1 0 0,0 0 1 0 0,0 0-1 0 0,0 0 1 0 0,0 0-1 0 0,0 0 1 0 0,0 0-1 0 0,-1 0 1 0 0,1-1-1 0 0,-1-5 455 0 0,2-8 434 0 0,10-27 1911 0 0,28-68 0 0 0,28-37-1350 0 0,-46 100-968 0 0,72-136 474 0 0,-71 145-787 0 0,1 1 0 0 0,49-58 0 0 0,-67 88-107 0 0,1 0 0 0 0,0 1 0 0 0,0-1 0 0 0,0 1 0 0 0,1 1 0 0 0,10-7 0 0 0,-16 10-72 0 0,1 0 0 0 0,0 0 0 0 0,0 0 0 0 0,-1 1 0 0 0,1-1 0 0 0,0 1 0 0 0,0-1 1 0 0,0 1-1 0 0,0 0 0 0 0,0 0 0 0 0,0 0 0 0 0,0 0 0 0 0,0 0 0 0 0,0 0 0 0 0,-1 0 0 0 0,1 0 0 0 0,0 1 0 0 0,0-1 0 0 0,0 1 0 0 0,0 0 0 0 0,0-1 0 0 0,-1 1 0 0 0,1 0 0 0 0,0 0 0 0 0,-1 0 0 0 0,1 0 0 0 0,-1 0 0 0 0,1 1 0 0 0,-1-1 0 0 0,1 0 0 0 0,-1 1 0 0 0,1 1 0 0 0,4 4 0 0 0,-2 1 0 0 0,1-1 1 0 0,-1 1-1 0 0,0 0 0 0 0,-1 1 0 0 0,0-1 0 0 0,0 0 0 0 0,0 1 1 0 0,0 10-1 0 0,1 8 87 0 0,2 46 0 0 0,-6 0-102 0 0,-4 0-1 0 0,-21 127 1 0 0,24-194 34 0 0,1-5-176 0 0,0 0-1 0 0,0-1 0 0 0,0 1 1 0 0,0 0-1 0 0,0 0 0 0 0,0 0 1 0 0,0-1-1 0 0,-1 1 0 0 0,1 0 1 0 0,0 0-1 0 0,0-1 0 0 0,-1 1 1 0 0,1 0-1 0 0,-1 0 0 0 0,1-1 1 0 0,0 1-1 0 0,-1 0 0 0 0,1-1 1 0 0,-1 1-1 0 0,0-1 0 0 0,1 1 1 0 0,-1-1-1 0 0,1 1 1 0 0,-1-1-1 0 0,0 1 0 0 0,1-1 1 0 0,-2 1-1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1.83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88 12439 0 0,'0'-14'544'0'0,"2"5"128"0"0,2 1-544 0 0,1 2-128 0 0,3-1 0 0 0,-2 3 0 0 0,3 0 744 0 0,5-2 120 0 0,11-5 32 0 0,6 1 0 0 0,7 4 104 0 0,-2 4 24 0 0,-3 4 8 0 0,0 4 0 0 0,-4 4-784 0 0,-1 3-160 0 0,-1 4-88 0 0,2 1-8616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2.56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13 962 3223 0 0,'-12'-2'9621'0'0,"14"-9"-7694"0"0,59-134 4706 0 0,-28 72-5960 0 0,39-99 33 0 0,81-175-119 0 0,-124 292-269 0 0,-30 80 18 0 0,1-11-326 0 0,0 1-1 0 0,2-1 1 0 0,-1 0 0 0 0,2 1-1 0 0,0-1 1 0 0,1 0-1 0 0,0 0 1 0 0,1-1-1 0 0,0 1 1 0 0,1-1-1 0 0,1 0 1 0 0,0 0-1 0 0,1-1 1 0 0,18 22-1 0 0,-23-31-9 0 0,0 0 0 0 0,0 0 0 0 0,0 0 0 0 0,1 0 0 0 0,-1-1 0 0 0,1 1 0 0 0,0-1 0 0 0,0 0 0 0 0,0 0 0 0 0,0-1 0 0 0,0 1 0 0 0,0-1 0 0 0,0 0 0 0 0,0 0 0 0 0,1 0 0 0 0,-1-1 0 0 0,6 1 0 0 0,-5-1 0 0 0,0-1 0 0 0,0 1 0 0 0,0-1 0 0 0,0-1 0 0 0,0 1 0 0 0,0-1 0 0 0,-1 1 0 0 0,1-1 0 0 0,-1-1 0 0 0,1 1 0 0 0,-1-1 0 0 0,1 1 0 0 0,-1-1 0 0 0,6-6 0 0 0,2-3-72 0 0,0-1 0 0 0,0-1-1 0 0,-1 1 1 0 0,-1-2 0 0 0,0 0-1 0 0,-1 0 1 0 0,11-26 0 0 0,-6 6-275 0 0,-1 0 1 0 0,12-56 0 0 0,-21 71 32 0 0,0 0 0 0 0,2-38 1 0 0,-8 46 131 0 0,2 12 177 0 0,0 0 0 0 0,-1 0 0 0 0,1 0 0 0 0,0 0-1 0 0,0 0 1 0 0,0 0 0 0 0,0 0 0 0 0,0 0 0 0 0,-1 0 0 0 0,1 0 0 0 0,0 0 0 0 0,0 0-1 0 0,0 0 1 0 0,0 0 0 0 0,0 0 0 0 0,0 0 0 0 0,-1 0 0 0 0,1 0 0 0 0,0 0 0 0 0,0 0 0 0 0,0 0-1 0 0,0 0 1 0 0,0 0 0 0 0,-1 0 0 0 0,1 0 0 0 0,0 0 0 0 0,0 1 0 0 0,0-1 0 0 0,0 0 0 0 0,0 0-1 0 0,0 0 1 0 0,0 0 0 0 0,0 0 0 0 0,-1 0 0 0 0,1 0 0 0 0,0 0 0 0 0,0 1 0 0 0,0-1 0 0 0,0 0-1 0 0,-10 20-283 0 0,-11 53 348 0 0,3 0 0 0 0,4 1 1 0 0,-11 148-1 0 0,24-181 197 0 0,7 71 0 0 0,-3-93-504 0 0,0 0 0 0 0,1-1 0 0 0,1 1 0 0 0,1-1 0 0 0,0 0 0 0 0,10 17 0 0 0,-2-11-6907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03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29 305 7831 0 0,'-9'32'919'0'0,"2"1"0"0"0,2-1 0 0 0,1 1 0 0 0,1 0 0 0 0,2 0-1 0 0,5 52 1 0 0,2-49 568 0 0,-6-34-1407 0 0,1 0 0 0 0,-1 0 1 0 0,1-1-1 0 0,0 1 0 0 0,-1 0 1 0 0,1 0-1 0 0,0-1 0 0 0,0 1 1 0 0,0-1-1 0 0,0 1 0 0 0,0-1 1 0 0,1 1-1 0 0,-1-1 0 0 0,0 1 1 0 0,1-1-1 0 0,2 2 0 0 0,-4-3-61 0 0,1 0 0 0 0,-1 0 0 0 0,1 0 1 0 0,0 0-1 0 0,-1 0 0 0 0,1 0 0 0 0,-1 0 0 0 0,1 0 0 0 0,0 0 0 0 0,-1 0 0 0 0,1 0 0 0 0,-1 0 0 0 0,1-1 0 0 0,-1 1 0 0 0,1 0 0 0 0,0 0 0 0 0,-1-1 1 0 0,1 1-1 0 0,-1 0 0 0 0,1-1 0 0 0,-1 1 0 0 0,1 0 0 0 0,-1-1 0 0 0,0 1 0 0 0,1-1 0 0 0,-1 1 0 0 0,1-1 0 0 0,-1 1 0 0 0,0-1 0 0 0,1 1 0 0 0,-1-1 1 0 0,0 1-1 0 0,1-2 0 0 0,8-20 200 0 0,-8 21-196 0 0,4-17 31 0 0,0 0 1 0 0,-2 1-1 0 0,0-2 1 0 0,-1 1-1 0 0,0-35 1 0 0,-13-93-22 0 0,8 118 10 0 0,0 4 124 0 0,0-1 165 0 0,0-1 0 0 0,2 1 0 0 0,3-37 1 0 0,-1 56-232 0 0,0 0 1 0 0,0 1 0 0 0,0-1-1 0 0,1 1 1 0 0,0-1 0 0 0,0 1-1 0 0,1 0 1 0 0,-1 0 0 0 0,1 0-1 0 0,0 0 1 0 0,0 0 0 0 0,1 0-1 0 0,7-7 1 0 0,-5 7-21 0 0,0 0 1 0 0,0 1-1 0 0,1-1 0 0 0,-1 1 1 0 0,1 1-1 0 0,0-1 0 0 0,0 1 0 0 0,1 0 1 0 0,7-2-1 0 0,13-1 12 0 0,1 2 1 0 0,0 0-1 0 0,0 2 1 0 0,39 2-1 0 0,-53 0-91 0 0,9 0-7 0 0,0 1 1 0 0,41 8-1 0 0,-17 4-6182 0 0,-23-5-863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1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44 13359 0 0,'-6'-4'592'0'0,"4"2"120"0"0,2 0-568 0 0,2 0-144 0 0,2 2 0 0 0,3-2 0 0 0,1-1 104 0 0,7 1-8 0 0,10-2 0 0 0,10 0 0 0 0,11 0 264 0 0,0-2 56 0 0,-2 1 0 0 0,-3 1 8 0 0,-3 4-864 0 0,-5 0-168 0 0,-5 4-40 0 0,-6 5-8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3.3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30 13359 0 0,'-2'2'1424'0'0,"4"0"-1424"0"0,2-2 0 0 0,3 0 792 0 0,-1 0 104 0 0,6 0 32 0 0,11 0 0 0 0,11-2-128 0 0,14 0-16 0 0,8-3-8 0 0,5 1 0 0 0,3-2-456 0 0,1 0-88 0 0,-2 1-16 0 0,-1 3-6120 0 0,1 0-1224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92 3 5527 0 0,'0'0'65'0'0,"-1"0"0"0"0,0-1 1 0 0,1 1-1 0 0,-1 0 0 0 0,1 0 0 0 0,-1-1 0 0 0,0 1 0 0 0,1 0 0 0 0,-1 0 0 0 0,1 0 0 0 0,-1 0 0 0 0,0-1 0 0 0,1 1 0 0 0,-1 0 0 0 0,0 0 0 0 0,1 0 0 0 0,-1 1 0 0 0,0-1 0 0 0,1 0 0 0 0,-1 0 0 0 0,1 0 0 0 0,-1 0 0 0 0,0 1 0 0 0,1-1 0 0 0,-1 0 0 0 0,1 0 0 0 0,-1 1 0 0 0,0-1 1 0 0,1 1-1 0 0,-1-1 0 0 0,1 0 0 0 0,-1 1 0 0 0,1-1 0 0 0,-1 2 0 0 0,-1 1 764 0 0,1 0 0 0 0,-1 0 0 0 0,1 0 0 0 0,0 0 0 0 0,-2 7 0 0 0,0 1 72 0 0,-7 24 560 0 0,2 1 0 0 0,-5 41-1 0 0,0 74 605 0 0,12-141-1938 0 0,-1 14 191 0 0,-5 106 941 0 0,7-102-1028 0 0,2-1 1 0 0,7 47-1 0 0,-5-64-220 0 0,-1-17-8 0 0,0-17-6 0 0,-3-85-35 0 0,0 7 4 0 0,11-9 34 0 0,-9 98 0 0 0,0 0 0 0 0,2 0 0 0 0,0 1 0 0 0,0 0 0 0 0,1-1 0 0 0,10-17 0 0 0,-12 26 5 0 0,0-1 0 0 0,0 1 0 0 0,0 0 0 0 0,1 0-1 0 0,-1 0 1 0 0,1 1 0 0 0,0 0 0 0 0,0-1 0 0 0,0 1 0 0 0,1 0-1 0 0,-1 1 1 0 0,7-3 0 0 0,-4 2 13 0 0,1 0-1 0 0,-1 1 1 0 0,1 0 0 0 0,0 1-1 0 0,-1-1 1 0 0,1 2 0 0 0,11-1-1 0 0,6 3 40 0 0,1 0 0 0 0,-1 2 0 0 0,47 13 0 0 0,-38-8 59 0 0,-1 1-1 0 0,0 2 0 0 0,36 17 1 0 0,-60-24-84 0 0,0 0 1 0 0,0 0 0 0 0,0 1-1 0 0,-1 0 1 0 0,0 1 0 0 0,0-1-1 0 0,0 2 1 0 0,-1-1 0 0 0,0 1-1 0 0,-1 0 1 0 0,0 0 0 0 0,0 1-1 0 0,0 0 1 0 0,-1 0-1 0 0,4 11 1 0 0,-7-14-22 0 0,-1 1-1 0 0,1-1 1 0 0,-1 0 0 0 0,-1 1-1 0 0,1-1 1 0 0,-1 0-1 0 0,0 1 1 0 0,-1-1 0 0 0,1 1-1 0 0,-1-1 1 0 0,0 0 0 0 0,-1 1-1 0 0,0-1 1 0 0,0 0-1 0 0,0 0 1 0 0,-1 0 0 0 0,1 0-1 0 0,-6 7 1 0 0,-3 4 13 0 0,-1-1 0 0 0,0 0 0 0 0,-1-1 1 0 0,-24 23-1 0 0,10-15-38 0 0,0-2 0 0 0,-2 0 0 0 0,0-2 0 0 0,-2-1 0 0 0,0-1 0 0 0,0-2 0 0 0,-1-1 0 0 0,-1-1 0 0 0,-47 10 0 0 0,54-17-381 0 0,-37 4 1 0 0,3-8-5881 0 0,25-4-1036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63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6 558 7831 0 0,'-4'-41'1012'0'0,"3"0"-1"0"0,1 0 0 0 0,6-44 1 0 0,-3 57-554 0 0,-1-1 246 0 0,8-82 2062 0 0,-6 87-1865 0 0,1 0-1 0 0,11-36 0 0 0,-14 57-812 0 0,-1-1 0 0 0,1 1 1 0 0,0-1-1 0 0,0 1 0 0 0,0 0 0 0 0,1 0 1 0 0,-1 0-1 0 0,1 0 0 0 0,0 0 1 0 0,0 1-1 0 0,-1-1 0 0 0,2 1 0 0 0,-1 0 1 0 0,0 0-1 0 0,0 0 0 0 0,1 0 0 0 0,-1 0 1 0 0,1 1-1 0 0,-1 0 0 0 0,7-2 0 0 0,7-1 35 0 0,0 1-1 0 0,0 1 0 0 0,25 0 0 0 0,-15 0-43 0 0,-15 1-142 0 0,137-4 954 0 0,-133 5-1180 0 0,1 2 0 0 0,-1 0 0 0 0,0 1 0 0 0,0 0 0 0 0,0 2 0 0 0,0-1 0 0 0,14 8 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80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 7 15663 0 0,'-9'0'1696'0'0,"12"0"-1696"0"0,1 0 0 0 0,0 0 0 0 0,2-2 256 0 0,9 2 24 0 0,10-2 0 0 0,10 2 0 0 0,9-2 56 0 0,2 2 16 0 0,-2 2 0 0 0,-2 0 0 0 0,-5 2-576 0 0,-1 0-120 0 0,-7 5-16 0 0,-2 1-7248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4.9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0 172 15199 0 0,'0'-4'672'0'0,"2"-1"144"0"0,2 1-656 0 0,3 0-160 0 0,1 2 0 0 0,0-2 0 0 0,5 0 552 0 0,12-3 80 0 0,19-5 8 0 0,12-5 8 0 0,15-2-8 0 0,0-1-8 0 0,-2 3 0 0 0,-4 0 0 0 0,-1 5-536 0 0,-3-1-96 0 0,-5 7 0 0 0,0 2-8800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5.4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0 155 13359 0 0,'1'1'82'0'0,"-1"-1"0"0"0,0 0-1 0 0,1 0 1 0 0,-1 0 0 0 0,1 0 0 0 0,-1 1-1 0 0,1-1 1 0 0,-1 0 0 0 0,0 0 0 0 0,1 1-1 0 0,-1-1 1 0 0,0 0 0 0 0,1 0-1 0 0,-1 1 1 0 0,0-1 0 0 0,1 1 0 0 0,-1-1-1 0 0,0 0 1 0 0,0 1 0 0 0,1-1 0 0 0,-1 0-1 0 0,0 1 1 0 0,0 0 0 0 0,5 14 981 0 0,-3-9-600 0 0,12 47 1227 0 0,-2 0 0 0 0,7 91-1 0 0,-12-91-1415 0 0,-5-33-148 0 0,1 7 65 0 0,9 38 1 0 0,-11-58-177 0 0,1-1 0 0 0,1 1 0 0 0,-1-1 1 0 0,1 1-1 0 0,0-1 0 0 0,0 0 1 0 0,1 0-1 0 0,0 0 0 0 0,0 0 1 0 0,9 9-1 0 0,-11-14-10 0 0,-1 1 1 0 0,1-1-1 0 0,-1 1 1 0 0,1-1-1 0 0,0 0 0 0 0,0 0 1 0 0,0 0-1 0 0,0 0 0 0 0,0 0 1 0 0,0 0-1 0 0,0 0 0 0 0,0-1 1 0 0,0 1-1 0 0,0-1 0 0 0,0 1 1 0 0,1-1-1 0 0,-1 0 0 0 0,4 0 1 0 0,-4-1 3 0 0,1 1 1 0 0,-1-1-1 0 0,1 0 1 0 0,-1 0-1 0 0,0 0 0 0 0,1 0 1 0 0,-1-1-1 0 0,0 1 1 0 0,0 0-1 0 0,0-1 1 0 0,0 0-1 0 0,0 1 0 0 0,3-4 1 0 0,3-5 40 0 0,-1 0 0 0 0,0 0 0 0 0,-1-1 0 0 0,0 0 1 0 0,6-15-1 0 0,15-45 307 0 0,31-129 1 0 0,6-18-220 0 0,-58 201-266 0 0,13-32 232 0 0,-17 44-431 0 0,1 0-1 0 0,0 1 0 0 0,-1-1 1 0 0,1 1-1 0 0,1-1 0 0 0,6-6 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5.91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42 95 9671 0 0,'-6'21'1032'0'0,"1"-1"0"0"0,0 1-1 0 0,2 0 1 0 0,-2 40-1 0 0,2-27-490 0 0,0-4 176 0 0,-4 52 1941 0 0,3 108 0 0 0,4-185-2584 0 0,0-3-27 0 0,0 1 0 0 0,0 0 0 0 0,0-1 0 0 0,1 1 1 0 0,-1-1-1 0 0,1 1 0 0 0,-1 0 0 0 0,1-1 0 0 0,2 5 1 0 0,-3-7-47 0 0,0 0 1 0 0,0 0 0 0 0,0 0 0 0 0,0 1 0 0 0,0-1 0 0 0,0 0-1 0 0,1 0 1 0 0,-1 0 0 0 0,0 0 0 0 0,0 0 0 0 0,0 0 0 0 0,0 0-1 0 0,0 0 1 0 0,0 0 0 0 0,0 0 0 0 0,0 0 0 0 0,0 1 0 0 0,0-1-1 0 0,0 0 1 0 0,1 0 0 0 0,-1 0 0 0 0,0 0 0 0 0,0 0 0 0 0,0 0-1 0 0,0 0 1 0 0,0 0 0 0 0,0 0 0 0 0,0 0 0 0 0,1 0 0 0 0,-1 0-1 0 0,0 0 1 0 0,0 0 0 0 0,0 0 0 0 0,0 0 0 0 0,0 0 0 0 0,0 0-1 0 0,0 0 1 0 0,0 0 0 0 0,1 0 0 0 0,-1 0 0 0 0,0 0 0 0 0,0-1-1 0 0,0 1 1 0 0,3-5 48 0 0,-2-11-7 0 0,0 16-41 0 0,0-164 59 0 0,-1 18-532 0 0,2 120 360 0 0,1 0 0 0 0,1 0 1 0 0,11-39-1 0 0,-13 59 137 0 0,0-1 1 0 0,1 1-1 0 0,0 0 0 0 0,0 0 0 0 0,0 0 1 0 0,1 0-1 0 0,0 1 0 0 0,0-1 0 0 0,1 1 1 0 0,-1 0-1 0 0,8-6 0 0 0,-4 5 42 0 0,1 0-1 0 0,-1 0 1 0 0,1 1 0 0 0,0 1-1 0 0,0-1 1 0 0,0 1 0 0 0,11-2-1 0 0,2 0 7 0 0,1 1-1 0 0,-1 2 1 0 0,1 0-1 0 0,0 1 1 0 0,0 1-1 0 0,25 3 1 0 0,-35-1-28 0 0,0 1 1 0 0,0 0 0 0 0,20 6-1 0 0,-26-6-350 0 0,0 1-1 0 0,0 0 0 0 0,-1 0 0 0 0,1 0 0 0 0,-1 1 1 0 0,1 0-1 0 0,9 9 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0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23 12 3223 0 0,'-8'2'-383'0'0,"-7"1"5781"0"0,24-1-1426 0 0,26 0-2705 0 0,0-2-1 0 0,-1-1 1 0 0,47-8 0 0 0,-47 4-1421 0 0,0 2 0 0 0,-1 1 1 0 0,50 3-1 0 0,-58 3-5829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25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 67 15663 0 0,'-2'0'1528'0'0,"4"-2"-1360"0"0,2 0-168 0 0,0 0 0 0 0,1 2 0 0 0,3-2 632 0 0,6-3 88 0 0,12-1 16 0 0,9-2 8 0 0,13-3-144 0 0,2 3-32 0 0,4 2-8 0 0,3-1 0 0 0,1 3-400 0 0,-2 2-88 0 0,-1 0-8 0 0,-3 4-9176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6.7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218 1 11519 0 0,'-1'0'77'0'0,"1"0"0"0"0,0 0-1 0 0,-1 1 1 0 0,1-1 0 0 0,0 0-1 0 0,-1 1 1 0 0,1-1 0 0 0,0 0-1 0 0,-1 1 1 0 0,1-1 0 0 0,0 0-1 0 0,0 1 1 0 0,-1-1 0 0 0,1 0-1 0 0,0 1 1 0 0,0-1-1 0 0,0 1 1 0 0,0-1 0 0 0,-1 1-1 0 0,1-1 1 0 0,0 0 0 0 0,0 1-1 0 0,0-1 1 0 0,0 1 0 0 0,-2 17 1398 0 0,1-11-1017 0 0,-16 121 4082 0 0,8-76-3468 0 0,-25 85 1 0 0,-19 6-754 0 0,44-123-285 0 0,-1-1 0 0 0,-1 0-1 0 0,0 0 1 0 0,-1-1 0 0 0,-15 16-1 0 0,14-23 7 0 0,10-9-6 0 0,9-6 3 0 0,11-6 93 0 0,0 0 1 0 0,0 2-1 0 0,25-9 0 0 0,-13 5-9 0 0,163-62 457 0 0,-152 61-1343 0 0,0 2 0 0 0,80-11 0 0 0,-82 17-6999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7.1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73 501 12439 0 0,'-44'54'1344'0'0,"43"-52"-1192"0"0,0 1 0 0 0,-1-1-1 0 0,1 1 1 0 0,1-1-1 0 0,-1 1 1 0 0,-1 4 0 0 0,-1 3 414 0 0,-1 4 31 0 0,0 1 0 0 0,1 0 0 0 0,0-1 0 0 0,1 2 0 0 0,0 21 0 0 0,2-33-489 0 0,0 0 0 0 0,1-1 0 0 0,-1 1 0 0 0,1 0 0 0 0,-1 0 0 0 0,1 0 0 0 0,0 0 0 0 0,1-1 0 0 0,-1 1 0 0 0,1-1 0 0 0,-1 1 0 0 0,1-1 0 0 0,0 1 0 0 0,0-1 0 0 0,1 0 0 0 0,-1 0 0 0 0,1 0 0 0 0,-1 0 0 0 0,1 0 1 0 0,0-1-1 0 0,0 1 0 0 0,0-1 0 0 0,0 0 0 0 0,1 0 0 0 0,-1 0 0 0 0,1 0 0 0 0,3 1 0 0 0,2-1-30 0 0,-1 0 1 0 0,1 0-1 0 0,-1-1 1 0 0,1 0-1 0 0,0-1 1 0 0,0 0-1 0 0,-1 0 1 0 0,1-1-1 0 0,17-3 1 0 0,6-4 34 0 0,37-13-1 0 0,-68 20-109 0 0,32-10 26 0 0,0-2 0 0 0,-1-1 0 0 0,0-2 1 0 0,-1-1-1 0 0,-1-1 0 0 0,-1-2 0 0 0,0-1 0 0 0,-2-1 0 0 0,0-2 0 0 0,31-35 0 0 0,-47 45-39 0 0,0 0 1 0 0,-1-1-1 0 0,-1 0 0 0 0,0-1 1 0 0,-1 0-1 0 0,-1 0 0 0 0,0 0 1 0 0,-1-1-1 0 0,-1 0 0 0 0,-1 0 1 0 0,4-30-1 0 0,-7 35 2 0 0,0 0 0 0 0,-1 0-1 0 0,0 0 1 0 0,-1 0 0 0 0,0 0 0 0 0,-1 0 0 0 0,-1 0-1 0 0,0 1 1 0 0,0-1 0 0 0,-1 1 0 0 0,-1 0-1 0 0,1 0 1 0 0,-2 0 0 0 0,0 0 0 0 0,0 1 0 0 0,-1 0-1 0 0,-15-17 1 0 0,14 19-18 0 0,0-1 0 0 0,-1 2 0 0 0,0 0 0 0 0,-1 0 0 0 0,1 0-1 0 0,-1 1 1 0 0,0 1 0 0 0,-19-9 0 0 0,20 11 1 0 0,-1 1 0 0 0,1 0 0 0 0,0 0-1 0 0,0 0 1 0 0,-1 1 0 0 0,1 1 0 0 0,-1 0 0 0 0,1 0-1 0 0,-1 0 1 0 0,1 2 0 0 0,-11 1 0 0 0,2 2-25 0 0,0 1 1 0 0,1 0 0 0 0,-1 1-1 0 0,1 1 1 0 0,1 1 0 0 0,-1 0-1 0 0,-25 21 1 0 0,9-4-88 0 0,2 2-1 0 0,-39 43 1 0 0,55-54 50 0 0,0 1 0 0 0,0 1 1 0 0,2 1-1 0 0,-14 25 0 0 0,23-38 6 0 0,1 0 1 0 0,0 0-1 0 0,0 0 0 0 0,1 0 1 0 0,0 0-1 0 0,0 1 0 0 0,1-1 1 0 0,-1 1-1 0 0,2-1 0 0 0,-1 1 1 0 0,1 0-1 0 0,0-1 0 0 0,1 1 1 0 0,0-1-1 0 0,0 1 1 0 0,4 13-1 0 0,-3-15-64 0 0,1-1 1 0 0,-1 0 0 0 0,1-1-1 0 0,0 1 1 0 0,0 0-1 0 0,1-1 1 0 0,-1 1 0 0 0,1-1-1 0 0,5 4 1 0 0,18 15-599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7.7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32 203 11055 0 0,'18'202'7104'0'0,"-10"-137"-6033"0"0,23 169 1864 0 0,-5-47-1822 0 0,-26-180-1096 0 0,-4-12-13 0 0,-5-14-8 0 0,-15-50-108 0 0,2-1 0 0 0,-12-74 0 0 0,26 105 112 0 0,2 0 0 0 0,2-1 0 0 0,0-67 0 0 0,5 93 0 0 0,0-1 0 0 0,0 0 0 0 0,2 1 0 0 0,0-1 0 0 0,0 1 0 0 0,2 0 0 0 0,0 0 0 0 0,0 1 0 0 0,1-1 0 0 0,1 1 0 0 0,0 0 0 0 0,1 1 0 0 0,12-16 0 0 0,-6 13 20 0 0,0 1 1 0 0,1 1-1 0 0,0 1 0 0 0,1 0 1 0 0,1 1-1 0 0,-1 0 0 0 0,2 2 1 0 0,0 0-1 0 0,0 0 0 0 0,0 2 0 0 0,33-9 1 0 0,-23 10 35 0 0,-1 1 1 0 0,1 1-1 0 0,0 1 1 0 0,0 2-1 0 0,-1 0 1 0 0,1 2 0 0 0,48 8-1 0 0,-65-7-15 0 0,-1 0 1 0 0,0 1-1 0 0,0 0 0 0 0,0 1 0 0 0,0 0 0 0 0,-1 0 0 0 0,0 1 1 0 0,15 10-1 0 0,-21-13-27 0 0,1 1 1 0 0,-1 0 0 0 0,0 0-1 0 0,0 0 1 0 0,0 0 0 0 0,0 0-1 0 0,-1 1 1 0 0,1-1 0 0 0,-1 1-1 0 0,0-1 1 0 0,0 1 0 0 0,0 0-1 0 0,-1 0 1 0 0,1 0 0 0 0,-1 0-1 0 0,0 0 1 0 0,0 1 0 0 0,0-1-1 0 0,-1 0 1 0 0,0 0 0 0 0,1 1-1 0 0,-2-1 1 0 0,0 7 0 0 0,0-2-21 0 0,-2 0 1 0 0,1-1-1 0 0,-1 1 0 0 0,-1-1 1 0 0,0 0-1 0 0,0 0 0 0 0,0 0 1 0 0,-1-1-1 0 0,0 1 0 0 0,0-1 1 0 0,-1 0-1 0 0,0-1 0 0 0,0 1 1 0 0,-15 10-1 0 0,0-1-63 0 0,-2-1-1 0 0,0-1 1 0 0,-41 19-1 0 0,20-13-906 0 0,0-3-1 0 0,-93 23 1 0 0,88-29-6655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3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 1052 14279 0 0,'-1'-1'66'0'0,"1"1"0"0"0,-1 0 0 0 0,1-1-1 0 0,-1 1 1 0 0,1-1 0 0 0,-1 1 0 0 0,1-1-1 0 0,-1 1 1 0 0,1-1 0 0 0,0 1 0 0 0,-1-1-1 0 0,1 1 1 0 0,0-1 0 0 0,-1 1 0 0 0,1-1 0 0 0,0 1-1 0 0,0-1 1 0 0,0 0 0 0 0,-1 1 0 0 0,1-1-1 0 0,0 1 1 0 0,0-1 0 0 0,0 0 0 0 0,0 1-1 0 0,0-1 1 0 0,0 0 0 0 0,0 1 0 0 0,0-1 0 0 0,1 1-1 0 0,-1-2 1 0 0,9-22 956 0 0,-4 14-467 0 0,113-259 4319 0 0,-55 135-4212 0 0,-40 82-456 0 0,5-15 275 0 0,58-95-1 0 0,-82 156-453 0 0,16-23 80 0 0,-19 27-101 0 0,1 1 1 0 0,-1-1-1 0 0,0 1 1 0 0,1 0-1 0 0,-1 0 1 0 0,1-1-1 0 0,-1 1 0 0 0,1 0 1 0 0,-1 0-1 0 0,1 0 1 0 0,0 1-1 0 0,0-1 1 0 0,-1 0-1 0 0,4 0 0 0 0,-5 1-2 0 0,1 0 0 0 0,0 0 0 0 0,0 0 0 0 0,-1 0-1 0 0,1 1 1 0 0,0-1 0 0 0,0 0 0 0 0,-1 0 0 0 0,1 1-1 0 0,0-1 1 0 0,-1 0 0 0 0,1 1 0 0 0,0-1 0 0 0,-1 1-1 0 0,1-1 1 0 0,-1 1 0 0 0,1-1 0 0 0,-1 1 0 0 0,1-1-1 0 0,-1 1 1 0 0,1 0 0 0 0,-1-1 0 0 0,1 1-1 0 0,-1-1 1 0 0,0 1 0 0 0,1 1 0 0 0,6 19 96 0 0,0 34-36 0 0,-6-36-23 0 0,1-1 0 0 0,1 0 0 0 0,7 22 0 0 0,-9-36-36 0 0,1 1 0 0 0,-1-1 0 0 0,1 0 0 0 0,0 0 1 0 0,1 0-1 0 0,-1 0 0 0 0,1 0 0 0 0,0 0 0 0 0,-1-1 0 0 0,2 1 0 0 0,-1-1 0 0 0,0 0 0 0 0,1 0 1 0 0,-1 0-1 0 0,1 0 0 0 0,0-1 0 0 0,7 4 0 0 0,-6-4-5 0 0,0 0 0 0 0,0-1 0 0 0,0 0 1 0 0,0 0-1 0 0,0 0 0 0 0,1-1 0 0 0,-1 1 0 0 0,0-1 0 0 0,0 0 0 0 0,1-1 0 0 0,-1 0 1 0 0,0 1-1 0 0,0-1 0 0 0,0-1 0 0 0,0 1 0 0 0,0-1 0 0 0,0 0 0 0 0,0 0 1 0 0,0-1-1 0 0,8-5 0 0 0,0-1-2 0 0,-1 0 0 0 0,0 0 0 0 0,-1-1 0 0 0,0-1 0 0 0,-1 0 0 0 0,10-13 0 0 0,-4 3-68 0 0,-2-1 0 0 0,0 0-1 0 0,-1-1 1 0 0,-1 0 0 0 0,-2-1-1 0 0,0 0 1 0 0,-1-1 0 0 0,-2 0-1 0 0,0 0 1 0 0,-2 0 0 0 0,-1-1-1 0 0,2-38 1 0 0,-6 58 49 0 0,0 1 0 0 0,-1 0 1 0 0,1-1-1 0 0,-1 1 0 0 0,0 0 1 0 0,0-1-1 0 0,-1 1 0 0 0,1 0 1 0 0,-5-8-1 0 0,6 13 20 0 0,0 0 0 0 0,0-1-1 0 0,0 1 1 0 0,0 0 0 0 0,0-1 0 0 0,0 1 0 0 0,-1 0-1 0 0,1-1 1 0 0,0 1 0 0 0,0 0 0 0 0,0 0-1 0 0,-1-1 1 0 0,1 1 0 0 0,0 0 0 0 0,0 0-1 0 0,-1-1 1 0 0,1 1 0 0 0,0 0 0 0 0,-1 0 0 0 0,1 0-1 0 0,0 0 1 0 0,0-1 0 0 0,-1 1 0 0 0,1 0-1 0 0,0 0 1 0 0,-1 0 0 0 0,1 0 0 0 0,0 0-1 0 0,-1 0 1 0 0,1 0 0 0 0,0 0 0 0 0,-1 0 0 0 0,1 0-1 0 0,0 0 1 0 0,-1 0 0 0 0,1 0 0 0 0,0 0-1 0 0,-1 0 1 0 0,1 1 0 0 0,0-1 0 0 0,-1 0-1 0 0,1 0 1 0 0,0 0 0 0 0,-1 0 0 0 0,1 1 0 0 0,0-1-1 0 0,0 0 1 0 0,-1 0 0 0 0,1 0 0 0 0,0 1-1 0 0,0-1 1 0 0,-1 0 0 0 0,1 1 0 0 0,0-1-1 0 0,0 0 1 0 0,0 0 0 0 0,0 1 0 0 0,0-1 0 0 0,-1 1-1 0 0,-8 20-53 0 0,0 13 99 0 0,2 0 1 0 0,-3 46-1 0 0,7-47-36 0 0,-19 299 75 0 0,23-250-103 0 0,4 0 0 0 0,15 84 0 0 0,-12-129-231 0 0,3-6-65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72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59 368 8751 0 0,'-4'11'892'0'0,"1"0"1"0"0,-3 21-1 0 0,0-1 1215 0 0,-8 30 1566 0 0,-9 92 0 0 0,23-146-3399 0 0,-1-4-190 0 0,1 0 0 0 0,-1 0 0 0 0,1 1 0 0 0,0-1-1 0 0,0 0 1 0 0,0 0 0 0 0,1 0 0 0 0,-1 0 0 0 0,1 0 0 0 0,-1 0 0 0 0,1 0 0 0 0,2 5 0 0 0,-3-8-76 0 0,0 0 1 0 0,1 0-1 0 0,-1 1 1 0 0,0-1-1 0 0,0 0 1 0 0,0 0-1 0 0,0 0 1 0 0,0 0-1 0 0,1 0 1 0 0,-1 0-1 0 0,0 0 1 0 0,0 0-1 0 0,0 1 1 0 0,1-1-1 0 0,-1 0 1 0 0,0 0-1 0 0,0 0 1 0 0,0 0-1 0 0,0 0 0 0 0,1 0 1 0 0,-1 0-1 0 0,0 0 1 0 0,0 0-1 0 0,0 0 1 0 0,1 0-1 0 0,-1 0 1 0 0,0 0-1 0 0,0 0 1 0 0,0-1-1 0 0,1 1 1 0 0,-1 0-1 0 0,0 0 1 0 0,0 0-1 0 0,0 0 1 0 0,0 0-1 0 0,1 0 1 0 0,-1 0-1 0 0,0-1 1 0 0,0 1-1 0 0,8-10 77 0 0,2-13-49 0 0,-2-6 54 0 0,-1 0 0 0 0,5-39 0 0 0,0-61-30 0 0,6-38 183 0 0,-14 143-158 0 0,2 0-1 0 0,0 1 1 0 0,2-1-1 0 0,0 2 1 0 0,2-1 0 0 0,12-21-1 0 0,-19 39-52 0 0,1 0 0 0 0,0 0 0 0 0,0 0-1 0 0,0 0 1 0 0,0 0 0 0 0,1 1 0 0 0,0 0 0 0 0,0 0-1 0 0,0 0 1 0 0,0 0 0 0 0,7-2 0 0 0,-4 2 13 0 0,1 0 0 0 0,0 1 0 0 0,0 0-1 0 0,0 0 1 0 0,0 1 0 0 0,17-1 0 0 0,-3 2-69 0 0,0 1 0 0 0,0 1 0 0 0,0 1 0 0 0,-1 1 0 0 0,31 8 0 0 0,-3 3-489 0 0,-28-6 74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8.8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 42 10135 0 0,'-21'4'896'0'0,"11"-2"-712"0"0,-3 0 2912 0 0,18-2-1368 0 0,3 0 0 0 0,9-2-1424 0 0,8-4-304 0 0,14 2 0 0 0,7-5-72 0 0,9 3-120 0 0,3-2-16 0 0,7-1-8 0 0,-1 3-6760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0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17 155 19807 0 0,'-10'9'880'0'0,"5"-7"176"0"0,3 0-840 0 0,4-2-216 0 0,3 0 0 0 0,1-2 0 0 0,4-3 160 0 0,7-1 0 0 0,14-2-8 0 0,17-7 0 0 0,15-1-24 0 0,6-3-8 0 0,10 0 0 0 0,7 0 0 0 0,1 2-352 0 0,3 1-72 0 0,0 1-16 0 0,-1 5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56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0 927 4143 0 0,'33'-194'12649'0'0,"48"-87"-7734"0"0,-32 163-3780 0 0,-42 103-948 0 0,1 0-1 0 0,1 1 0 0 0,0 1 0 0 0,1-1 0 0 0,20-20 0 0 0,-28 32-141 0 0,1 0-1 0 0,-1 0 1 0 0,1 0 0 0 0,-1 0-1 0 0,1 0 1 0 0,0 1 0 0 0,0-1-1 0 0,-1 1 1 0 0,1 0 0 0 0,0-1-1 0 0,1 2 1 0 0,-1-1-1 0 0,0 0 1 0 0,0 0 0 0 0,0 1-1 0 0,0 0 1 0 0,1 0 0 0 0,-1 0-1 0 0,5 0 1 0 0,-3 1 2 0 0,0 0-1 0 0,-1 1 1 0 0,1-1 0 0 0,-1 1 0 0 0,0 0 0 0 0,0 0-1 0 0,0 1 1 0 0,0-1 0 0 0,0 1 0 0 0,0 0 0 0 0,0 0 0 0 0,-1 0-1 0 0,4 4 1 0 0,9 12-1 0 0,0 1 0 0 0,-1 0 0 0 0,23 41 0 0 0,28 75 148 0 0,-36-70-160 0 0,-13-30-27 0 0,62 115 50 0 0,-76-146-25 0 0,0-1 0 0 0,0 0 0 0 0,0 0 0 0 0,0 0-1 0 0,1 0 1 0 0,4 4 0 0 0,-7-8-23 0 0,0 1 0 0 0,0 0 0 0 0,0-1 1 0 0,0 1-1 0 0,0 0 0 0 0,0-1 0 0 0,0 1 0 0 0,0-1 0 0 0,1 0 0 0 0,-1 1 0 0 0,0-1 1 0 0,0 0-1 0 0,0 0 0 0 0,1 0 0 0 0,-1 0 0 0 0,0 0 0 0 0,0 0 0 0 0,0 0 0 0 0,1 0 1 0 0,-1 0-1 0 0,0-1 0 0 0,0 1 0 0 0,0 0 0 0 0,0-1 0 0 0,0 1 0 0 0,1-1 0 0 0,-1 1 0 0 0,0-1 1 0 0,0 1-1 0 0,0-1 0 0 0,0 0 0 0 0,1-1 0 0 0,1-1 46 0 0,1-1-1 0 0,-1 0 1 0 0,1-1-1 0 0,-1 1 1 0 0,0 0-1 0 0,-1-1 1 0 0,1 0 0 0 0,-1 0-1 0 0,0 1 1 0 0,3-11-1 0 0,0-6 101 0 0,4-28 0 0 0,-8 43-145 0 0,20-265 409 0 0,-1 1-1191 0 0,-18 251 354 0 0,2 1 0 0 0,0 1 1 0 0,8-23-1 0 0,-6 28-410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82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90 1 5063 0 0,'1'0'198'0'0,"0"0"0"0"0,0 0 0 0 0,0 0 0 0 0,0-1 0 0 0,0 1 0 0 0,0 0 0 0 0,0 0 0 0 0,0 0 0 0 0,0 0 0 0 0,0 1-1 0 0,0-1 1 0 0,0 0 0 0 0,0 0 0 0 0,0 1 0 0 0,-1-1 0 0 0,1 0 0 0 0,0 1 0 0 0,0-1 0 0 0,1 1 0 0 0,0 1 374 0 0,0 0 1 0 0,0-1-1 0 0,0 1 1 0 0,0 0-1 0 0,-1 0 0 0 0,1 0 1 0 0,1 3-1 0 0,1 2 366 0 0,0 0 0 0 0,0 0 0 0 0,-1 0 0 0 0,2 8 0 0 0,-1 0-401 0 0,-2-1 0 0 0,1 0-1 0 0,-2 1 1 0 0,0-1 0 0 0,0 1-1 0 0,-1-1 1 0 0,-3 19 0 0 0,-23 102 192 0 0,19-102-357 0 0,-12 46 324 0 0,-29 81 1 0 0,46-155-735 0 0,0 1 0 0 0,-1-1-1 0 0,1 1 1 0 0,-7 7 0 0 0,9-12 2 0 0,0-1 1 0 0,-1 1-1 0 0,1-1 1 0 0,-1 1 0 0 0,1-1-1 0 0,0 1 1 0 0,-1-1-1 0 0,1 1 1 0 0,-1-1-1 0 0,1 1 1 0 0,-1-1 0 0 0,1 0-1 0 0,-1 1 1 0 0,0-1-1 0 0,1 0 1 0 0,-1 1 0 0 0,1-1-1 0 0,-1 0 1 0 0,0 0-1 0 0,1 1 1 0 0,-1-1-1 0 0,0 0 1 0 0,1 0 0 0 0,-1 0-1 0 0,0 0 1 0 0,1 0-1 0 0,-1 0 1 0 0,0 0 0 0 0,1 0-1 0 0,-1 0 1 0 0,0-1-1 0 0,1 1 1 0 0,-1 0-1 0 0,0 0 1 0 0,1-1 0 0 0,-1 1-1 0 0,1 0 1 0 0,-1-1-1 0 0,1 1 1 0 0,-1 0 0 0 0,0-1-1 0 0,1 1 1 0 0,-1-1-1 0 0,1 1 1 0 0,0-1-1 0 0,-1 1 1 0 0,1-1 0 0 0,-1 1-1 0 0,1-1 1 0 0,0 1-1 0 0,-1-1 1 0 0,1 0 0 0 0,0 0-1 0 0,-8-13-884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0:59.99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0 176 19807 0 0,'9'-9'880'0'0,"1"1"176"0"0,1 2-840 0 0,1 0-216 0 0,-1 4 0 0 0,-1-1 0 0 0,7-1 352 0 0,6-4 32 0 0,16-5 8 0 0,13-3 0 0 0,11-1-24 0 0,2-2-8 0 0,-3 3 0 0 0,-1 3 0 0 0,-3 0-360 0 0,-8 3-120 0 0,0 4 0 0 0,-4 0-9768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0.7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0 136 8751 0 0,'346'-26'6928'0'0,"-262"16"-5709"0"0,186-21 2176 0 0,314-29-550 0 0,356 52-660 0 0,-633 19-2638 0 0,-176-6-5963 0 0,-34 0-1503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2.06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0 498 10135 0 0,'59'-3'1714'0'0,"228"-35"1223"0"0,-21 4-508 0 0,-67 4-450 0 0,240-32 880 0 0,-295 48-2541 0 0,199-29 22 0 0,-249 27-299 0 0,207-35 303 0 0,5 22-105 0 0,-34 28 8 0 0,102-6 167 0 0,-43-23-272 0 0,152-9 399 0 0,-322 34-402 0 0,193-11 202 0 0,-100-11-310 0 0,13-2 32 0 0,1 21-29 0 0,388 1 478 0 0,-217-1-595 0 0,-368 8 78 0 0,156 12 5 0 0,0-1 0 0 0,127-10 0 0 0,65 30 132 0 0,39-1 35 0 0,-184-43-49 0 0,60-1-107 0 0,-295 14 27 0 0,137 7 256 0 0,-168-6-294 0 0,0 0 0 0 0,-1 1 0 0 0,1 0 0 0 0,0 0 0 0 0,7 4 0 0 0,-12-4 0 0 0,1 0 0 0 0,-1-1 0 0 0,1 2 0 0 0,-1-1 0 0 0,0 0 0 0 0,0 1 0 0 0,0-1 0 0 0,0 1 0 0 0,0 0 0 0 0,-1 0 0 0 0,5 6 0 0 0,-7-8-89 0 0,1 0 1 0 0,-1 0-1 0 0,1 0 0 0 0,-1 0 1 0 0,1-1-1 0 0,-1 1 0 0 0,1 0 1 0 0,0 0-1 0 0,-1-1 0 0 0,1 1 0 0 0,0-1 1 0 0,0 1-1 0 0,0 0 0 0 0,-1-1 1 0 0,1 0-1 0 0,0 1 0 0 0,0-1 1 0 0,0 1-1 0 0,0-1 0 0 0,0 0 0 0 0,0 0 1 0 0,0 1-1 0 0,0-1 0 0 0,0 0 1 0 0,-1 0-1 0 0,1 0 0 0 0,0 0 1 0 0,0 0-1 0 0,2-1 0 0 0,-2 1-134 0 0,0-1 0 0 0,0 1 1 0 0,-1-1-1 0 0,1 1 0 0 0,0-1 0 0 0,0 1 0 0 0,0-1 1 0 0,-1 0-1 0 0,1 0 0 0 0,0 1 0 0 0,-1-1 0 0 0,1 0 1 0 0,0 0-1 0 0,-1 0 0 0 0,1 0 0 0 0,-1 0 0 0 0,1 0 0 0 0,-1 0 1 0 0,0 0-1 0 0,1 0 0 0 0,-1 0 0 0 0,0 0 0 0 0,0 0 1 0 0,0 0-1 0 0,0 0 0 0 0,0 0 0 0 0,0-1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09.7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421 9 9215 0 0,'0'0'93'0'0,"-1"-1"0"0"0,1 1 0 0 0,0 0 0 0 0,0-1-1 0 0,0 1 1 0 0,-1-1 0 0 0,1 1 0 0 0,0-1 0 0 0,0 1 0 0 0,-1 0-1 0 0,1-1 1 0 0,0 1 0 0 0,-1 0 0 0 0,1-1 0 0 0,0 1-1 0 0,-1 0 1 0 0,1 0 0 0 0,-1-1 0 0 0,1 1 0 0 0,-1 0 0 0 0,1 0-1 0 0,0-1 1 0 0,-1 1 0 0 0,1 0 0 0 0,-1 0 0 0 0,1 0-1 0 0,-1 0 1 0 0,1 0 0 0 0,-1 0 0 0 0,1 0 0 0 0,-1 0 0 0 0,0 0-1 0 0,-16 1 1664 0 0,13 0-1415 0 0,0 0 0 0 0,0 1 1 0 0,0-1-1 0 0,0 1 0 0 0,1 0 0 0 0,-1 0 1 0 0,1 1-1 0 0,-1-1 0 0 0,1 1 0 0 0,0-1 1 0 0,-4 5-1 0 0,-2 2 199 0 0,1 1 0 0 0,-11 15 0 0 0,-47 87 1248 0 0,27-42-1346 0 0,38-68-429 0 0,-130 239 899 0 0,118-211-809 0 0,1 0-1 0 0,1 1 1 0 0,2 0 0 0 0,1 1 0 0 0,1-1-1 0 0,-3 46 1 0 0,9-63-52 0 0,1 0-1 0 0,1 0 1 0 0,0 0-1 0 0,1 0 1 0 0,1 0-1 0 0,0 0 1 0 0,0 0 0 0 0,2-1-1 0 0,0 0 1 0 0,10 21-1 0 0,-11-27-29 0 0,0-1-1 0 0,0 1 1 0 0,0-1-1 0 0,1 0 1 0 0,0-1-1 0 0,0 1 1 0 0,0-1-1 0 0,1 0 1 0 0,0 0 0 0 0,0-1-1 0 0,0 0 1 0 0,0 0-1 0 0,1 0 1 0 0,-1-1-1 0 0,1 0 1 0 0,0 0-1 0 0,0-1 1 0 0,0 1-1 0 0,0-2 1 0 0,1 1 0 0 0,11 0-1 0 0,-12-1-16 0 0,0-1-1 0 0,0 0 1 0 0,0 0 0 0 0,0-1-1 0 0,0 0 1 0 0,0 0 0 0 0,0-1-1 0 0,0 0 1 0 0,0 0 0 0 0,-1-1-1 0 0,1 0 1 0 0,-1 0 0 0 0,1 0-1 0 0,-1-1 1 0 0,0 1 0 0 0,0-2-1 0 0,-1 1 1 0 0,1-1 0 0 0,-1 0-1 0 0,0 0 1 0 0,-1 0 0 0 0,1 0-1 0 0,-1-1 1 0 0,0 0 0 0 0,0 0-1 0 0,0 0 1 0 0,-1-1 0 0 0,0 1-1 0 0,-1-1 1 0 0,1 1-1 0 0,-1-1 1 0 0,0 0 0 0 0,-1 0-1 0 0,1-7 1 0 0,-1 6-34 0 0,-1 1 1 0 0,0 0-1 0 0,0 0 0 0 0,-1 0 0 0 0,0 0 0 0 0,0 0 1 0 0,-1 0-1 0 0,0 0 0 0 0,0 0 0 0 0,-5-10 0 0 0,2 7-74 0 0,0 1-1 0 0,-1 0 1 0 0,0 0-1 0 0,0 1 0 0 0,-1 0 1 0 0,-12-12-1 0 0,4 8-41 0 0,1 0-1 0 0,-2 1 1 0 0,0 0-1 0 0,0 1 1 0 0,-1 1-1 0 0,0 1 1 0 0,-29-10-1 0 0,44 17 101 0 0,0 0-1 0 0,-1 0 1 0 0,1 0 0 0 0,0 1-1 0 0,-1-1 1 0 0,1 1 0 0 0,-1 0-1 0 0,1 0 1 0 0,-1 0 0 0 0,1 0-1 0 0,-1 0 1 0 0,1 0 0 0 0,0 0-1 0 0,-1 1 1 0 0,-3 1 0 0 0,6-2 52 0 0,0 0 1 0 0,0 1-1 0 0,0-1 0 0 0,0 1 1 0 0,0-1-1 0 0,0 0 0 0 0,0 1 1 0 0,0-1-1 0 0,0 0 1 0 0,0 1-1 0 0,0-1 0 0 0,0 1 1 0 0,0-1-1 0 0,0 0 1 0 0,0 1-1 0 0,0-1 0 0 0,0 0 1 0 0,1 1-1 0 0,-1-1 0 0 0,0 1 1 0 0,0-1-1 0 0,0 0 1 0 0,1 0-1 0 0,-1 1 0 0 0,0-1 1 0 0,0 0-1 0 0,1 1 0 0 0,-1-1 1 0 0,0 0-1 0 0,1 0 1 0 0,-1 0-1 0 0,0 1 0 0 0,1-1 1 0 0,-1 0-1 0 0,0 0 0 0 0,1 0 1 0 0,15 11 166 0 0,-4-5-108 0 0,1-1 1 0 0,0-1-1 0 0,0 1 0 0 0,0-2 1 0 0,0 0-1 0 0,1-1 0 0 0,-1 0 1 0 0,28 0-1 0 0,7-4 146 0 0,56-9 0 0 0,-83 9-164 0 0,31-5-490 0 0,103-10 1397 0 0,-52 16-7882 0 0,-73 5-308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0.2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1 874 7367 0 0,'0'-6'375'0'0,"1"0"0"0"0,0 1-1 0 0,0-1 1 0 0,1 1 0 0 0,-1-1-1 0 0,1 1 1 0 0,3-6-1 0 0,3-8 247 0 0,51-150 3920 0 0,39-101-244 0 0,-70 203-3199 0 0,70-121-1 0 0,-94 182-1039 0 0,8-14 163 0 0,16-20 0 0 0,-24 36-159 0 0,0-1-1 0 0,0 1 1 0 0,0 0-1 0 0,1 0 1 0 0,-1 0 0 0 0,1 0-1 0 0,0 1 1 0 0,0 0-1 0 0,9-4 1 0 0,-13 6-55 0 0,1 1 1 0 0,-1-1-1 0 0,0 1 1 0 0,1 0 0 0 0,-1 0-1 0 0,0-1 1 0 0,1 1-1 0 0,-1 0 1 0 0,1 0-1 0 0,-1 0 1 0 0,0 1-1 0 0,1-1 1 0 0,-1 0-1 0 0,1 0 1 0 0,-1 1 0 0 0,0-1-1 0 0,1 1 1 0 0,1 0-1 0 0,-1 1 15 0 0,1 0 0 0 0,-1-1 0 0 0,0 1 0 0 0,0 0 0 0 0,0 0 0 0 0,0 0 0 0 0,0 0 0 0 0,3 5 0 0 0,0 2 41 0 0,0 0 0 0 0,0 1 0 0 0,5 17 0 0 0,0 5-77 0 0,-1 1-1 0 0,-2-1 1 0 0,-2 1-1 0 0,-1 1 1 0 0,-1-1-1 0 0,-2 1 1 0 0,-1-1-1 0 0,-8 54 1 0 0,-2-22-603 0 0,-4-1 0 0 0,-2-1 0 0 0,-35 88 0 0 0,43-131-6985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0.4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12895 0 0,'0'7'1152'0'0,"2"-3"-928"0"0,0 2-224 0 0,0-2 0 0 0,2 0 1328 0 0,0-1 216 0 0,0 1 48 0 0,7 2 8 0 0,5 4-776 0 0,12 1-152 0 0,5-1-32 0 0,5-3-8 0 0,3-3-392 0 0,1-2-80 0 0,-2 2-8 0 0,-1-4-6440 0 0,1 0-1288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1 992 3223 0 0,'35'-85'12348'0'0,"31"-41"-7565"0"0,-40 78-3555 0 0,48-92-78 0 0,58-157 1 0 0,-113 251-1090 0 0,-5 11-18 0 0,11-43 1 0 0,-22 61-75 0 0,-4 14-5 0 0,-2 11-13 0 0,-3 9-1 0 0,1 1 1 0 0,1-1-1 0 0,0 1 0 0 0,2 1 1 0 0,0-1-1 0 0,0 27 0 0 0,2-43 50 0 0,1 1 0 0 0,-1 0 0 0 0,1 0 0 0 0,-1 0 0 0 0,1 0 0 0 0,0-1 0 0 0,0 1 0 0 0,0 0 0 0 0,0-1 0 0 0,1 1 0 0 0,-1-1 0 0 0,1 1 0 0 0,1 1 0 0 0,-2-2 0 0 0,0-1 0 0 0,1 0 0 0 0,-1 0 0 0 0,0 0 0 0 0,1 0 0 0 0,-1 0 0 0 0,1 0 0 0 0,-1 0 0 0 0,1-1 0 0 0,-1 1 0 0 0,1-1 0 0 0,-1 1 0 0 0,1-1 0 0 0,0 1 0 0 0,-1-1 0 0 0,1 0 0 0 0,0 1 0 0 0,-1-1 0 0 0,1 0 0 0 0,0 0 0 0 0,-1-1 0 0 0,1 1 0 0 0,2-1 0 0 0,4-1 0 0 0,0-1 0 0 0,0 0 0 0 0,0 0 0 0 0,-1-1 0 0 0,1 0 0 0 0,-1 0 0 0 0,0-1 0 0 0,0 0 0 0 0,0 0 0 0 0,11-12 0 0 0,3-6 0 0 0,28-39 0 0 0,-47 59 0 0 0,23-32-23 0 0,-2 0 0 0 0,-1-1 0 0 0,17-43 0 0 0,-53 120-114 0 0,-12 58 0 0 0,3-10 23 0 0,-44 181 194 0 0,56-207-53 0 0,2 1-1 0 0,1 84 1 0 0,8-133-43 0 0,1-1 1 0 0,2 15-1 0 0,-2-23 6 0 0,0-1-1 0 0,1 1 0 0 0,-1-1 1 0 0,1 1-1 0 0,1-1 0 0 0,-1 0 1 0 0,6 9-1 0 0,-7-12-52 0 0,0-1 0 0 0,0 0-1 0 0,0 0 1 0 0,0 0 0 0 0,0 0 0 0 0,0 0-1 0 0,1 0 1 0 0,-1 0 0 0 0,0 0 0 0 0,1-1 0 0 0,-1 1-1 0 0,1-1 1 0 0,-1 1 0 0 0,0-1 0 0 0,1 1-1 0 0,-1-1 1 0 0,1 0 0 0 0,-1 1 0 0 0,1-1-1 0 0,0 0 1 0 0,-1 0 0 0 0,1 0 0 0 0,-1 0-1 0 0,1-1 1 0 0,-1 1 0 0 0,1 0 0 0 0,1-1 0 0 0,13-6-7579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5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95 243 11975 0 0,'-11'24'862'0'0,"1"0"0"0"0,1 0 0 0 0,1 1 0 0 0,-6 31 0 0 0,7-28-293 0 0,-3 12 722 0 0,1 1 1 0 0,2 0-1 0 0,-2 51 0 0 0,8-85-1183 0 0,2 14 109 0 0,-1-21-200 0 0,0 1 0 0 0,0 0 0 0 0,0 0-1 0 0,0 0 1 0 0,0 0 0 0 0,0-1-1 0 0,1 1 1 0 0,-1 0 0 0 0,0 0-1 0 0,1-1 1 0 0,-1 1 0 0 0,1 0 0 0 0,-1 0-1 0 0,0-1 1 0 0,1 1 0 0 0,-1 0-1 0 0,1-1 1 0 0,0 1 0 0 0,0-1-15 0 0,-1 1 0 0 0,1-1 0 0 0,-1 0 0 0 0,1 0 0 0 0,-1 0 0 0 0,1 0 0 0 0,-1 0 0 0 0,1 0 0 0 0,-1 0 0 0 0,1-1 0 0 0,-1 1 0 0 0,1 0 0 0 0,-1 0 0 0 0,1 0 0 0 0,-1 0 0 0 0,1-1 0 0 0,-1 1 0 0 0,1 0 0 0 0,-1 0 0 0 0,0-1 0 0 0,1 1 0 0 0,-1 0 0 0 0,1-1-1 0 0,-1 1 1 0 0,0 0 0 0 0,1-1 0 0 0,-1 1 0 0 0,0-1 0 0 0,1 1 0 0 0,-1 0 0 0 0,0-1 0 0 0,0 1 0 0 0,0-1 0 0 0,1 0 0 0 0,8-19 26 0 0,-8 18-28 0 0,8-23-8 0 0,-1 0 0 0 0,-1-1-1 0 0,-1 1 1 0 0,3-36 0 0 0,0-107-49 0 0,-9 168 56 0 0,1-34-21 0 0,-1 0-1 0 0,8-58 1 0 0,-6 83 33 0 0,-1 0-1 0 0,2 0 0 0 0,-1-1 0 0 0,2 1 1 0 0,-1 1-1 0 0,1-1 0 0 0,0 1 0 0 0,1-1 1 0 0,0 1-1 0 0,0 0 0 0 0,6-7 0 0 0,-6 11 48 0 0,0 0 0 0 0,0 0-1 0 0,0 1 1 0 0,0-1-1 0 0,1 1 1 0 0,-1 0-1 0 0,1 0 1 0 0,0 1-1 0 0,0 0 1 0 0,0 0-1 0 0,0 0 1 0 0,9-1 0 0 0,10 0 45 0 0,43-2 0 0 0,-60 4-107 0 0,13 0-238 0 0,-1 1 0 0 0,1 1-1 0 0,-1 0 1 0 0,1 2 0 0 0,-1 0 0 0 0,0 2 0 0 0,0 0-1 0 0,30 12 1 0 0,-34-9-7486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7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 14279 0 0,'-9'2'1272'0'0,"5"0"-1016"0"0,2 0-256 0 0,4 0 0 0 0,0-2 856 0 0,0 2 120 0 0,1 2 24 0 0,3 0 8 0 0,6 3-416 0 0,9-3-80 0 0,8 0-24 0 0,9-4 0 0 0,4-2-312 0 0,2 0-64 0 0,1-2-16 0 0,1-3 0 0 0,-2 3-536 0 0,-6 2-104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1.8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69 13359 0 0,'-4'-2'1184'0'0,"2"2"-944"0"0,4 0-240 0 0,0 0 0 0 0,2 0 1088 0 0,2-2 176 0 0,3 0 32 0 0,7-2 8 0 0,13 1-512 0 0,17-3-104 0 0,6-2-16 0 0,5 0-8 0 0,3-1-376 0 0,-1 1-80 0 0,3 2-16 0 0,-1-1 0 0 0,-1 3-288 0 0,-3 4-56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6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229 404 18631 0 0,'11'1'570'0'0,"-9"-1"-448"0"0,0 0 1 0 0,0 0 0 0 0,0 0-1 0 0,0 0 1 0 0,-1 0-1 0 0,1 0 1 0 0,0 0-1 0 0,0-1 1 0 0,0 1-1 0 0,0-1 1 0 0,3-1-1 0 0,36-13 45 0 0,-20 7 199 0 0,38-19 0 0 0,-32 11-69 0 0,0-1 1 0 0,-1-1-1 0 0,24-22 1 0 0,-39 29-289 0 0,0 1-1 0 0,0-2 1 0 0,-1 1 0 0 0,-1-1 0 0 0,0-1 0 0 0,-1 0 0 0 0,0 0-1 0 0,8-19 1 0 0,-15 28-19 0 0,1 1 0 0 0,-1-1 0 0 0,0 1 0 0 0,0-1 0 0 0,-1 1 0 0 0,1-1 0 0 0,-1 0 0 0 0,0 0 0 0 0,0 1-1 0 0,0-1 1 0 0,0 0 0 0 0,-1 1 0 0 0,1-1 0 0 0,-1 0 0 0 0,0 1 0 0 0,0-1 0 0 0,0 1 0 0 0,-1-1 0 0 0,1 1 0 0 0,-1-1 0 0 0,0 1 0 0 0,0 0 0 0 0,0 0-1 0 0,0 0 1 0 0,-1 0 0 0 0,1 0 0 0 0,-4-2 0 0 0,2 1-44 0 0,-1 1-1 0 0,1-1 1 0 0,-1 1-1 0 0,0 0 0 0 0,-1 0 1 0 0,1 1-1 0 0,0 0 1 0 0,-1 0-1 0 0,1 0 1 0 0,-1 0-1 0 0,0 1 1 0 0,0 0-1 0 0,1 0 0 0 0,-1 1 1 0 0,0-1-1 0 0,-10 2 1 0 0,5 0 0 0 0,1 2 0 0 0,0-1 0 0 0,-1 1 0 0 0,1 1 0 0 0,0 0 0 0 0,0 0 0 0 0,1 1 1 0 0,-1 0-1 0 0,1 1 0 0 0,0 0 0 0 0,-12 10 0 0 0,-7 10-185 0 0,-47 53 1 0 0,31-28 658 0 0,-58 90 0 0 0,84-112-258 0 0,2 0 1 0 0,1 1 0 0 0,1 0 0 0 0,2 1 0 0 0,-10 39 0 0 0,18-57-91 0 0,2 0 0 0 0,0 0 0 0 0,0 0 0 0 0,2 0 0 0 0,-1 0 0 0 0,2 0 0 0 0,-1 0 0 0 0,2 0 0 0 0,3 17 0 0 0,-2-22-45 0 0,-1 0 1 0 0,1 0-1 0 0,0 0 0 0 0,1 0 1 0 0,0-1-1 0 0,0 1 0 0 0,1-1 1 0 0,0 0-1 0 0,0 0 0 0 0,0-1 1 0 0,1 0-1 0 0,0 0 0 0 0,0 0 1 0 0,1 0-1 0 0,8 5 0 0 0,1-2-5 0 0,0-1-1 0 0,0 0 0 0 0,0-1 0 0 0,1-1 0 0 0,0 0 0 0 0,1-1 1 0 0,32 4-1 0 0,9-2-190 0 0,61-3 1 0 0,-73-2-258 0 0,-13-2-1395 0 0,-1 0-5782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1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1057 4143 0 0,'-2'-1'184'0'0,"1"0"0"0"0,0 0 0 0 0,0 0 0 0 0,0 0 0 0 0,0 0 0 0 0,0-1 0 0 0,0 1 0 0 0,1 0 0 0 0,-1-1 0 0 0,0 1 0 0 0,1 0 0 0 0,-1-1 0 0 0,1 1 0 0 0,-1-1 0 0 0,1 1 0 0 0,-1-1 0 0 0,1 1 0 0 0,0-1 0 0 0,0 0 0 0 0,0-1 0 0 0,0-6 1927 0 0,1 0-1 0 0,3-13 1 0 0,-2 4-2237 0 0,50-299 5961 0 0,-14 100-4141 0 0,-33 179-1620 0 0,13-77 326 0 0,36-128-1 0 0,-52 234-372 0 0,-2 6 0 0 0,1 0 1 0 0,0 0 0 0 0,0 1-1 0 0,0-1 1 0 0,0 1-1 0 0,0-1 1 0 0,0 1 0 0 0,1-1-1 0 0,2-3 1 0 0,-4 25 224 0 0,-7 57-1230 0 0,-3 0 1 0 0,-4-1-1 0 0,-31 98 0 0 0,34-137 417 0 0,-29 104-2122 0 0,39-136 2623 0 0,0-1-1 0 0,1 1 1 0 0,-1-1-1 0 0,1 1 1 0 0,0 4 0 0 0,0-8 74 0 0,0 0 1 0 0,0 1 0 0 0,0-1-1 0 0,0 1 1 0 0,0-1-1 0 0,0 1 1 0 0,0-1 0 0 0,0 1-1 0 0,0-1 1 0 0,1 0 0 0 0,-1 1-1 0 0,0-1 1 0 0,0 1 0 0 0,0-1-1 0 0,0 0 1 0 0,1 1-1 0 0,-1-1 1 0 0,0 1 0 0 0,0-1-1 0 0,1 0 1 0 0,-1 1 0 0 0,0-1-1 0 0,1 0 1 0 0,-1 0 0 0 0,0 1-1 0 0,1-1 1 0 0,-1 0 0 0 0,1 0-1 0 0,-1 1 1 0 0,0-1-1 0 0,1 0 1 0 0,-1 0 0 0 0,1 0-1 0 0,-1 0 1 0 0,1 0 0 0 0,-1 0-1 0 0,0 0 1 0 0,1 0 0 0 0,-1 0-1 0 0,1 0 1 0 0,-1 0-1 0 0,1 0 1 0 0,-1 0 0 0 0,1 0-1 0 0,-1 0 1 0 0,0 0 0 0 0,1 0-1 0 0,-1 0 1 0 0,1-1 0 0 0,12-5 269 0 0,-1 0 0 0 0,1-1 1 0 0,-2 0-1 0 0,15-12 0 0 0,17-11 29 0 0,-17 15-123 0 0,1 0 0 0 0,38-13-1 0 0,-56 24-191 0 0,1 0-1 0 0,0 2 1 0 0,0-1 0 0 0,0 1-1 0 0,0 0 1 0 0,0 1-1 0 0,1 1 1 0 0,-1-1 0 0 0,0 2-1 0 0,18 1 1 0 0,-24-1-60 0 0,-1 0 0 0 0,0 0-1 0 0,1 0 1 0 0,-1 1 0 0 0,0-1 0 0 0,0 1 0 0 0,0-1 0 0 0,0 1-1 0 0,0 0 1 0 0,0 0 0 0 0,0 1 0 0 0,-1-1 0 0 0,1 1 0 0 0,3 4-1 0 0,-3-2-159 0 0,0-1 0 0 0,0 1-1 0 0,-1 0 1 0 0,0 0-1 0 0,0 0 1 0 0,0 0-1 0 0,0 1 1 0 0,1 9-1 0 0,-2 1-440 0 0,0 0 0 0 0,-1 0 1 0 0,0 0-1 0 0,-1-1 0 0 0,-5 26 0 0 0,-3-4-62 0 0,-2-1 0 0 0,-16 40 0 0 0,5-17 1876 0 0,4 3 4735 0 0,21-65-5171 0 0,2-4 77 0 0,48-171 2873 0 0,-31 97-3123 0 0,5-32-104 0 0,21-196 0 0 0,-44 273-498 0 0,1-7-401 0 0,1 0 0 0 0,13-43 0 0 0,-14 72-4847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5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78 216 7367 0 0,'-6'13'1017'0'0,"1"1"0"0"0,1 1-1 0 0,0-1 1 0 0,-2 23-1 0 0,-1-1-27 0 0,0-3-164 0 0,-21 111 2819 0 0,23-112-2529 0 0,2 0 1 0 0,1 49-1 0 0,2-78-983 0 0,0-1-62 0 0,0 0 0 0 0,0 1 0 0 0,0-1 0 0 0,0 0 0 0 0,1 0-1 0 0,-1 0 1 0 0,0 0 0 0 0,1 0 0 0 0,0 1 0 0 0,-1-1 0 0 0,1 0 0 0 0,0 0 0 0 0,2 3-1 0 0,-2-5-60 0 0,-1 0 0 0 0,0 0-1 0 0,1 0 1 0 0,-1 0 0 0 0,0 0 0 0 0,1 0-1 0 0,-1 0 1 0 0,0 0 0 0 0,0 0-1 0 0,1 0 1 0 0,-1 0 0 0 0,0 0-1 0 0,1 0 1 0 0,-1 0 0 0 0,0 0-1 0 0,0 0 1 0 0,1 0 0 0 0,-1-1-1 0 0,0 1 1 0 0,1 0 0 0 0,-1 0-1 0 0,0 0 1 0 0,0-1 0 0 0,0 1-1 0 0,1 0 1 0 0,-1 0 0 0 0,0-1-1 0 0,0 1 1 0 0,0 0 0 0 0,0 0-1 0 0,1-1 1 0 0,-1 1 0 0 0,0 0-1 0 0,0 0 1 0 0,0-1 0 0 0,5-11 46 0 0,5-22-4 0 0,-2 0 0 0 0,-1-1 0 0 0,2-37-1 0 0,-4 35-3 0 0,4-48 38 0 0,-3 26 181 0 0,19-84 0 0 0,-23 132-207 0 0,2 1 0 0 0,-1-1 0 0 0,2 1 0 0 0,-1 0 0 0 0,1 0 0 0 0,1 1 0 0 0,7-11 0 0 0,-9 15-16 0 0,0-1 0 0 0,1 1 0 0 0,0 0 0 0 0,0 1 0 0 0,1-1 0 0 0,-1 1 1 0 0,1 0-1 0 0,0 0 0 0 0,0 1 0 0 0,0 0 0 0 0,1 0 0 0 0,9-3 0 0 0,25-6 38 0 0,54-8 0 0 0,-73 17-140 0 0,1 1 1 0 0,-1 0-1 0 0,0 2 0 0 0,29 3 0 0 0,-17 4-541 0 0,-14 5-6054 0 0,-9-2-760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84 18431 0 0,'-18'2'1960'0'0,"71"-15"-1512"0"0,-18 5-601 0 0,145-31 2022 0 0,-59 18-8405 0 0,-83 17-348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7.9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5 111 18431 0 0,'-2'2'1632'0'0,"0"0"-1240"0"0,4-2-392 0 0,0 0 288 0 0,2 0 48 0 0,2 3 8 0 0,7-3 0 0 0,8-3-24 0 0,8-1 0 0 0,9-2 0 0 0,3-2 0 0 0,9-5-192 0 0,3-1-32 0 0,1-1-16 0 0,0-2 0 0 0,4 1-296 0 0,-3-5-56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8.4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2 728 17047 0 0,'0'1'51'0'0,"0"-1"-1"0"0,-1 1 1 0 0,1-1-1 0 0,0 1 0 0 0,0-1 1 0 0,0 1-1 0 0,0-1 1 0 0,0 1-1 0 0,0-1 1 0 0,0 1-1 0 0,0-1 1 0 0,0 1-1 0 0,0-1 0 0 0,0 1 1 0 0,1-1-1 0 0,-1 1 1 0 0,0-1-1 0 0,0 1 1 0 0,0-1-1 0 0,1 1 1 0 0,-1-1-1 0 0,0 0 0 0 0,0 1 1 0 0,1-1-1 0 0,-1 1 1 0 0,0-1-1 0 0,1 0 1 0 0,-1 1-1 0 0,1-1 1 0 0,-1 0-1 0 0,0 1 0 0 0,1-1 1 0 0,-1 0-1 0 0,1 0 1 0 0,-1 0-1 0 0,1 1 1 0 0,-1-1-1 0 0,1 0 1 0 0,-1 0-1 0 0,1 0 0 0 0,-1 0 1 0 0,1 0-1 0 0,-1 0 1 0 0,1 0-1 0 0,-1 0 1 0 0,1 0-1 0 0,31-1 586 0 0,-24 0-321 0 0,13-2-3 0 0,1 0 0 0 0,-1-2 0 0 0,0 0 0 0 0,0-2 0 0 0,30-13 0 0 0,-16 4-36 0 0,0-3 0 0 0,40-27 1 0 0,-70 42-265 0 0,14-9 58 0 0,25-22 0 0 0,-40 31-64 0 0,1 0 0 0 0,-1 0 0 0 0,0-1 0 0 0,0 1 0 0 0,-1-1 0 0 0,1 0 0 0 0,-1-1-1 0 0,0 1 1 0 0,-1 0 0 0 0,4-11 0 0 0,-5 14-21 0 0,-1 0 0 0 0,0 0 0 0 0,0 0 0 0 0,0-1-1 0 0,0 1 1 0 0,-1 0 0 0 0,1 0 0 0 0,-1 0 0 0 0,1 0 0 0 0,-1 0 0 0 0,0 0 0 0 0,1 0-1 0 0,-1 0 1 0 0,0 0 0 0 0,0 0 0 0 0,-1 0 0 0 0,1 0 0 0 0,0 1 0 0 0,-1-1-1 0 0,1 0 1 0 0,-1 1 0 0 0,1-1 0 0 0,-1 1 0 0 0,-3-3 0 0 0,-6-3-172 0 0,0 0 1 0 0,-22-12 0 0 0,23 15 123 0 0,-86-42-644 0 0,50 25 1238 0 0,43 20-461 0 0,0-1 0 0 0,1 1 0 0 0,-1 0 0 0 0,0-1 0 0 0,1 0 0 0 0,-1 0 1 0 0,1 0-1 0 0,0 0 0 0 0,0 0 0 0 0,-1 0 0 0 0,1 0 0 0 0,1-1 0 0 0,-1 1 0 0 0,0-1 0 0 0,1 1 0 0 0,-3-6 0 0 0,3 5-8 0 0,1 0-1 0 0,-1 0 1 0 0,1 0-1 0 0,-1-1 1 0 0,1 1-1 0 0,0 0 1 0 0,1 0 0 0 0,-1-1-1 0 0,0 1 1 0 0,1 0-1 0 0,0 0 1 0 0,0 0-1 0 0,0 0 1 0 0,0 0 0 0 0,3-6-1 0 0,3-4 26 0 0,1 0-1 0 0,0 0 0 0 0,1 0 1 0 0,1 1-1 0 0,0 1 1 0 0,0-1-1 0 0,1 2 1 0 0,12-10-1 0 0,-1 3-36 0 0,1 0-1 0 0,1 2 1 0 0,38-18-1 0 0,-39 22-116 0 0,0 2 0 0 0,0 1 0 0 0,1 1 0 0 0,0 1 0 0 0,1 1 0 0 0,41-3 0 0 0,-28 7-440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1:19.0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1 794 17047 0 0,'0'0'105'0'0,"1"1"0"0"0,-1 0 1 0 0,1 0-1 0 0,-1-1 0 0 0,1 1 0 0 0,-1 0 0 0 0,1-1 0 0 0,-1 1 0 0 0,1-1 0 0 0,0 1 0 0 0,0-1 0 0 0,-1 1 0 0 0,1-1 1 0 0,0 1-1 0 0,0-1 0 0 0,-1 1 0 0 0,1-1 0 0 0,0 0 0 0 0,0 0 0 0 0,0 1 0 0 0,0-1 0 0 0,-1 0 0 0 0,1 0 0 0 0,0 0 1 0 0,0 0-1 0 0,0 0 0 0 0,0 0 0 0 0,0 0 0 0 0,1-1 0 0 0,8 1 528 0 0,5-1-442 0 0,1-1 0 0 0,0 0 0 0 0,-1-1 1 0 0,1-1-1 0 0,-1 0 0 0 0,0-1 0 0 0,0-1 1 0 0,-1 0-1 0 0,16-9 0 0 0,5-5-84 0 0,-1-2 0 0 0,43-36 0 0 0,-70 52-102 0 0,10-7 27 0 0,-1-1 1 0 0,23-26 0 0 0,-35 36-29 0 0,-1 0-1 0 0,0 0 1 0 0,-1 0 0 0 0,1 0 0 0 0,-1 0 0 0 0,1 0 0 0 0,-1-1 0 0 0,0 1 0 0 0,-1-1 0 0 0,1 1 0 0 0,-1-1 0 0 0,0 0 0 0 0,0 0-1 0 0,0 1 1 0 0,-1-1 0 0 0,0 0 0 0 0,0-7 0 0 0,-1 7-3 0 0,-1 1 0 0 0,1-1 0 0 0,-1 1-1 0 0,0 0 1 0 0,0 0 0 0 0,-1-1 0 0 0,1 2 0 0 0,-1-1-1 0 0,0 0 1 0 0,0 0 0 0 0,0 1 0 0 0,0 0 0 0 0,-1 0-1 0 0,1 0 1 0 0,-1 0 0 0 0,0 0 0 0 0,0 1 0 0 0,-8-5-1 0 0,-7-2 18 0 0,-1 1-1 0 0,-34-11 0 0 0,25 12 174 0 0,-51-7 0 0 0,0 1 593 0 0,78 13-742 0 0,0 0 0 0 0,1-1 0 0 0,-1 1 0 0 0,0-1 0 0 0,0 1 0 0 0,0-1-1 0 0,1 0 1 0 0,-1 0 0 0 0,0 0 0 0 0,1 0 0 0 0,-1 0 0 0 0,1 0 0 0 0,-1 0 0 0 0,1 0-1 0 0,-2-3 1 0 0,3 3-22 0 0,-1 0 1 0 0,1 0-1 0 0,0 0 0 0 0,-1 0 0 0 0,1 0 0 0 0,0 0 0 0 0,0-1 0 0 0,0 1 0 0 0,0 0 1 0 0,0 0-1 0 0,0 0 0 0 0,0 0 0 0 0,0 0 0 0 0,0-1 0 0 0,1 1 0 0 0,-1 0 1 0 0,1 0-1 0 0,-1 0 0 0 0,0 0 0 0 0,1 0 0 0 0,0 0 0 0 0,-1 0 0 0 0,1 0 1 0 0,0 0-1 0 0,1-1 0 0 0,7-11 32 0 0,1 1 1 0 0,1 0 0 0 0,20-18 0 0 0,42-28-30 0 0,-48 40-17 0 0,13-12-141 0 0,66-47 474 0 0,-89 68-800 0 0,0 0 1 0 0,1 0-1 0 0,1 2 1 0 0,-1 0 0 0 0,19-5-1 0 0,-9 7-7951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4.31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290 0 6447 0 0,'-10'125'1917'0'0,"2"-61"-826"0"0,-12 219 1064 0 0,6-67-830 0 0,-53 1484 5483 0 0,50-684-4825 0 0,2-312-1201 0 0,13-563-738 0 0,-30 909 183 0 0,-13-66-215 0 0,41-746-12 0 0,-3 240 0 0 0,-6 17 129 0 0,6-301-61 0 0,-8 175-57 0 0,14-343-11 0 0,1 4 0 0 0,-7 49 0 0 0,3-65-52 0 0,2-9 7 0 0,2-9 6 0 0,9-71-2787 0 0,-7 55-4428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5.63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0 222 5527 0 0,'0'0'23'0'0,"1"1"0"0"0,-1 0 0 0 0,0-1 0 0 0,0 1 0 0 0,0 0-1 0 0,0 0 1 0 0,1-1 0 0 0,-1 1 0 0 0,0 0 0 0 0,0-1-1 0 0,1 1 1 0 0,-1-1 0 0 0,1 1 0 0 0,-1 0 0 0 0,1-1-1 0 0,-1 1 1 0 0,1-1 0 0 0,-1 1 0 0 0,1-1 0 0 0,-1 0 0 0 0,1 1-1 0 0,-1-1 1 0 0,2 1 0 0 0,-1-1-10 0 0,1 0 0 0 0,-1 0 0 0 0,0 0 0 0 0,0 0 0 0 0,1-1 0 0 0,-1 1 0 0 0,0 0 0 0 0,0-1 0 0 0,0 1 0 0 0,3-2 0 0 0,10-3 192 0 0,157-29 1459 0 0,-48 11-317 0 0,156-15 990 0 0,-191 29-1485 0 0,237-11 2070 0 0,2 17-1258 0 0,-324 3-1652 0 0,353 9 1242 0 0,137-1-210 0 0,470-54-320 0 0,-700 32-512 0 0,294-2 143 0 0,-11 2-8 0 0,-483 10-316 0 0,612-18 300 0 0,-414 21-192 0 0,314 3 13 0 0,-242 20-113 0 0,-74-1-25 0 0,274-11-14 0 0,-106-4 0 0 0,-95 3-1 0 0,71 2 0 0 0,-2 16 14 0 0,50 4 263 0 0,-1-16 188 0 0,-300-11-415 0 0,110 1 25 0 0,103 3-19 0 0,-1 20-56 0 0,-49-2 33 0 0,-243-25-21 0 0,0-3-1 0 0,102-15 1 0 0,-147 13-325 0 0,-1-1-1 0 0,0-2 1 0 0,0 0-1 0 0,-1-1 1 0 0,32-17 0 0 0,-16 3-7200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6.6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0 493 5983 0 0,'9'-8'422'0'0,"0"1"-1"0"0,1-1 0 0 0,-1 2 0 0 0,1-1 1 0 0,19-8-1 0 0,58-20 1009 0 0,-44 20-1292 0 0,-1 0 305 0 0,1 2 0 0 0,0 1 0 0 0,52-6 0 0 0,-26 10 533 0 0,93 1 0 0 0,322-28 1292 0 0,-6-42-914 0 0,-289 44-821 0 0,815-114 870 0 0,-477 121-1379 0 0,-4 40-192 0 0,23 37-442 0 0,-77-5 354 0 0,162-7 834 0 0,-30-20 698 0 0,-78-3-480 0 0,815 129-456 0 0,-1177-120-258 0 0,626 86-263 0 0,-732-106 193 0 0,532 63 245 0 0,-373-32-143 0 0,266 35 207 0 0,-149-28-197 0 0,-184-22-107 0 0,-4 2-432 0 0,-51 0-2639 0 0,-62-14-3749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7.25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440 0 6447 0 0,'-5'6'267'0'0,"1"0"0"0"0,-1 1 0 0 0,1 0-1 0 0,1-1 1 0 0,-1 1 0 0 0,1 0 0 0 0,0 1 0 0 0,1-1-1 0 0,-1 1 1 0 0,2-1 0 0 0,-3 15 0 0 0,-35 348 3687 0 0,31 3-2309 0 0,5-162-528 0 0,-65 1043 3573 0 0,35-848-4237 0 0,-50 806 387 0 0,39 230-549 0 0,-6-339-307 0 0,20-745-71 0 0,-10 229 41 0 0,40-580-26 0 0,-1 347 751 0 0,8-178-1718 0 0,8 0-4981 0 0,-12-142-875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7.33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1007 0 0,'221'136'218'0'0,"-122"-74"134"0"0,57 35 217 0 0,157 97 1155 0 0,11-19 256 0 0,544 192 1103 0 0,-457-238-2546 0 0,5-27 136 0 0,521 46 859 0 0,-458-115-1241 0 0,-63-6 38 0 0,-199-4-139 0 0,354 29 532 0 0,-130-17-498 0 0,213 11-96 0 0,-476-39-36 0 0,674 9-20 0 0,-584-25 133 0 0,191-2 394 0 0,156 14-341 0 0,-505-3-376 0 0,-71 0-351 0 0,-5 3-130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8.15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400 183 1839 0 0,'-1'-2'152'0'0,"-1"0"0"0"0,1 0 0 0 0,0 0-1 0 0,-1 0 1 0 0,1 0 0 0 0,0-1 0 0 0,1 1-1 0 0,-1 0 1 0 0,-1-5 0 0 0,-4-12 952 0 0,1 5 38 0 0,0 0 0 0 0,1-1 1 0 0,0 1-1 0 0,2-1 0 0 0,-1 0 0 0 0,1-29 1 0 0,2 44-1092 0 0,-1 0 1 0 0,1-1-1 0 0,0 1 1 0 0,0 0-1 0 0,0 0 1 0 0,0-1-1 0 0,0 1 1 0 0,0 0-1 0 0,1 0 1 0 0,-1-1 0 0 0,0 1-1 0 0,0 0 1 0 0,0 0-1 0 0,0 0 1 0 0,0-1-1 0 0,0 1 1 0 0,0 0-1 0 0,0 0 1 0 0,0 0-1 0 0,1-1 1 0 0,-1 1-1 0 0,0 0 1 0 0,0 0 0 0 0,0 0-1 0 0,0 0 1 0 0,1-1-1 0 0,-1 1 1 0 0,0 0-1 0 0,0 0 1 0 0,0 0-1 0 0,1 0 1 0 0,-1 0-1 0 0,0 0 1 0 0,0 0-1 0 0,0-1 1 0 0,1 1 0 0 0,-1 0-1 0 0,0 0 1 0 0,0 0-1 0 0,1 0 1 0 0,-1 0-1 0 0,0 0 1 0 0,0 0-1 0 0,1 0 1 0 0,-1 0-1 0 0,0 0 1 0 0,0 1-1 0 0,0-1 1 0 0,1 0 0 0 0,12 6 876 0 0,-9-4-749 0 0,18 8 126 0 0,0-1 0 0 0,1-1 0 0 0,0-1 1 0 0,31 5-1 0 0,98 8 25 0 0,-95-13 24 0 0,20 3 169 0 0,115 30 1 0 0,-152-29-466 0 0,-1 3-1 0 0,0 0 1 0 0,-1 3 0 0 0,56 33 0 0 0,-86-45-59 0 0,0 0 0 0 0,-1 1-1 0 0,1 0 1 0 0,-1 0 0 0 0,0 1 0 0 0,-1 0-1 0 0,0 0 1 0 0,7 10 0 0 0,-11-14-8 0 0,0 0 1 0 0,0 1 0 0 0,-1-1-1 0 0,1 1 1 0 0,-1 0 0 0 0,1-1-1 0 0,-1 1 1 0 0,-1 0-1 0 0,1 0 1 0 0,0 0 0 0 0,-1-1-1 0 0,0 1 1 0 0,0 0 0 0 0,0 0-1 0 0,0 0 1 0 0,-1 0-1 0 0,1 0 1 0 0,-1 0 0 0 0,0-1-1 0 0,0 1 1 0 0,-1 0 0 0 0,-2 5-1 0 0,-2 2-48 0 0,-1 0 1 0 0,0 0-1 0 0,-1 0 0 0 0,0-1 1 0 0,-1-1-1 0 0,-12 12 0 0 0,-63 46-493 0 0,64-52 397 0 0,-49 35-115 0 0,-144 77 0 0 0,-184 65 107 0 0,271-133 93 0 0,-151 61 1 0 0,266-116-56 0 0,0 1 0 0 0,-1-1 0 0 0,1 2-1 0 0,-20 13 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48.43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443 0 4143 0 0,'-3'0'114'0'0,"-1"1"-1"0"0,1-1 0 0 0,-1 1 0 0 0,1 0 0 0 0,-1 0 0 0 0,1 0 0 0 0,0 0 0 0 0,-1 1 1 0 0,-3 1-1 0 0,-28 21 2058 0 0,24-17-1688 0 0,-21 17 241 0 0,1 2 0 0 0,1 1 0 0 0,1 1 0 0 0,2 1 0 0 0,1 1 0 0 0,1 2-1 0 0,1 1 1 0 0,-25 48 0 0 0,34-53-663 0 0,2 1-1 0 0,1 1 0 0 0,1 0 0 0 0,-10 48 0 0 0,16-52-703 0 0,1 0-1 0 0,1 0 1 0 0,2 1-1 0 0,0-1 1 0 0,7 52 0 0 0,4-15-4035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0.22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2759 0 0,'522'61'-188'0'0,"-101"-22"1595"0"0,3-15 193 0 0,1 0-363 0 0,350 9 6 0 0,-486-23-1043 0 0,738 3-34 0 0,-681-12-113 0 0,191-4 117 0 0,-5 1 142 0 0,-256 3-139 0 0,510 6 350 0 0,-303 3-233 0 0,283 7 180 0 0,465 22 74 0 0,-382-21-385 0 0,-462-12-123 0 0,-35-2-8 0 0,186 5-3 0 0,-237 1-25 0 0,298 6 0 0 0,104 16 0 0 0,-319-11 0 0 0,127 16-73 0 0,-273-18 50 0 0,-107-9 23 0 0,618 63 0 0 0,23 22-240 0 0,-165-24-1690 0 0,-239-24-358 0 0,-245-34-222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1.04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828 139 4607 0 0,'-6'-93'3704'0'0,"6"85"-3577"0"0,0 4 174 0 0,0 1 0 0 0,0-1 1 0 0,0 1-1 0 0,0 0 0 0 0,1-1 1 0 0,0-3-1 0 0,-1 6-228 0 0,1 1 0 0 0,-1-1 0 0 0,0 1-1 0 0,1-1 1 0 0,-1 1 0 0 0,0-1 0 0 0,1 1 0 0 0,-1-1 0 0 0,1 1 0 0 0,-1-1 0 0 0,0 1 0 0 0,1-1 0 0 0,-1 1 0 0 0,1 0 0 0 0,0-1-1 0 0,-1 1 1 0 0,1 0 0 0 0,-1-1 0 0 0,1 1 0 0 0,-1 0 0 0 0,1 0 0 0 0,0 0 0 0 0,-1 0 0 0 0,1-1 0 0 0,-1 1 0 0 0,1 0-1 0 0,0 0 1 0 0,-1 0 0 0 0,1 0 0 0 0,0 0 0 0 0,-1 1 0 0 0,1-1 0 0 0,-1 0 0 0 0,1 0 0 0 0,0 0 0 0 0,-1 0 0 0 0,1 1-1 0 0,-1-1 1 0 0,2 1 0 0 0,11 4 484 0 0,1 1 0 0 0,13 8-1 0 0,9 4-75 0 0,24 7 411 0 0,125 31 0 0 0,408 81-315 0 0,-523-121-575 0 0,-60-13-14 0 0,-1 0 0 0 0,0 0-1 0 0,0 1 1 0 0,-1 1 0 0 0,13 7-1 0 0,-21-12 12 0 0,1 1 0 0 0,-1-1 0 0 0,1 1 0 0 0,0-1 0 0 0,-1 1 0 0 0,1-1 0 0 0,-1 1 0 0 0,1-1 0 0 0,-1 1 0 0 0,1-1 0 0 0,-1 1 0 0 0,0 0 0 0 0,1-1 0 0 0,-1 1 0 0 0,0 0 0 0 0,1-1 0 0 0,-1 1 0 0 0,0 0 0 0 0,0 0 0 0 0,0-1 0 0 0,0 1 0 0 0,0 0 0 0 0,0 0 0 0 0,0-1 0 0 0,0 1 0 0 0,0 0 0 0 0,0 0 0 0 0,0-1 0 0 0,0 1 0 0 0,0 0 0 0 0,-1 0 0 0 0,1-1 0 0 0,0 1 0 0 0,0 0 0 0 0,-1-1 0 0 0,1 1 0 0 0,-1 0 0 0 0,1-1 0 0 0,0 1 0 0 0,-1-1 0 0 0,1 1 0 0 0,-2 0 0 0 0,-2 3-5 0 0,0 0 1 0 0,0 0-1 0 0,0-1 1 0 0,-8 5 0 0 0,10-6 11 0 0,-22 12-6 0 0,1-1 0 0 0,-42 17 0 0 0,-54 12 0 0 0,-196 39-63 0 0,36-11 54 0 0,-12 26 9 0 0,6-2 0 0 0,71-21 2 0 0,166-53-8 0 0,0 1 1 0 0,-57 37 0 0 0,98-53 7 0 0,-1 0 0 0 0,1 1 1 0 0,0-1-1 0 0,1 1 1 0 0,-11 13-1 0 0,15-17-138 0 0,0 0 0 0 0,1 1 0 0 0,0-1-1 0 0,-1 1 1 0 0,1-1 0 0 0,0 1 0 0 0,0-1 0 0 0,0 1-1 0 0,0 0 1 0 0,0 2 0 0 0,1-3-160 0 0,0 0 0 0 0,0-1 1 0 0,0 1-1 0 0,0 0 0 0 0,1 0 0 0 0,-1-1 0 0 0,0 1 1 0 0,1 0-1 0 0,-1-1 0 0 0,1 1 0 0 0,0 0 0 0 0,-1-1 1 0 0,1 1-1 0 0,0-1 0 0 0,0 1 0 0 0,0-1 0 0 0,2 3 1 0 0,10 7-4435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1.28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1037 2759 0 0,'2'-14'46'0'0,"-2"3"-9"0"0,1 1 1 0 0,1 0 0 0 0,0-1 0 0 0,0 1 0 0 0,7-17-1 0 0,27-47 2511 0 0,76-110-1 0 0,-103 169-2359 0 0,224-307 4523 0 0,-170 248-3734 0 0,3 3 0 0 0,81-68 1 0 0,-136 130-1161 0 0,0 0 0 0 0,0 1 0 0 0,1 0 0 0 0,1 1 0 0 0,13-5 0 0 0,5 1-5141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6.45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0 409 919 0 0,'7'0'118'0'0,"-1"-1"-1"0"0,1 0 0 0 0,9-3 0 0 0,11-2 768 0 0,-17 5-705 0 0,20-3 998 0 0,53-1 1 0 0,-73 5-811 0 0,1 1-1 0 0,-1 0 0 0 0,1 1 0 0 0,-1 0 0 0 0,1 1 1 0 0,-1 0-1 0 0,0 1 0 0 0,18 8 0 0 0,-2 3 363 0 0,-9-5-390 0 0,0-1 0 0 0,0-1 1 0 0,1 0-1 0 0,0-1 0 0 0,23 5 0 0 0,192 23 907 0 0,-97-17-830 0 0,49 7 528 0 0,343 2 1 0 0,-396-28-390 0 0,1 6 1 0 0,137 23 0 0 0,-86 4-438 0 0,147 20-136 0 0,-32-25-16 0 0,40 5 12 0 0,-280-25 21 0 0,419 39 0 0 0,-377-43 4 0 0,630 36 123 0 0,-138-10 30 0 0,-522-29-159 0 0,352 9 130 0 0,192 2-54 0 0,-101-11 166 0 0,126-12-88 0 0,-127-13-88 0 0,-453 25-64 0 0,62 0 0 0 0,133-16 0 0 0,280-76-29 0 0,-214 32-6 0 0,-27 2 291 0 0,288-97 0 0 0,281-135-204 0 0,-744 247-104 0 0,308-99 44 0 0,-408 137 8 0 0,24-3 0 0 0,-36 8 0 0 0,0-1 0 0 0,0 1 0 0 0,0 0 0 0 0,0 0 0 0 0,0 1 0 0 0,12 2 0 0 0,-18-2-15 0 0,0-1 0 0 0,-1 0 0 0 0,1 0 0 0 0,-1 0-1 0 0,1 0 1 0 0,-1 0 0 0 0,1 1 0 0 0,-1-1 0 0 0,1 0 0 0 0,-1 0-1 0 0,1 1 1 0 0,-1-1 0 0 0,1 1 0 0 0,-1-1 0 0 0,1 0 0 0 0,-1 1-1 0 0,0-1 1 0 0,1 1 0 0 0,-1-1 0 0 0,0 1 0 0 0,1-1 0 0 0,-1 1-1 0 0,0-1 1 0 0,0 1 0 0 0,1-1 0 0 0,-1 1 0 0 0,0-1 0 0 0,0 1-1 0 0,0-1 1 0 0,0 1 0 0 0,0-1 0 0 0,0 1 0 0 0,0 0 0 0 0,0-1-1 0 0,0 1 1 0 0,0-1 0 0 0,0 1 0 0 0,0-1 0 0 0,0 1 0 0 0,0 0-1 0 0,-2 2-371 0 0,1 0 0 0 0,0 0 0 0 0,-1 0 0 0 0,0 0 1 0 0,-3 4-1 0 0,2-3-488 0 0,-6 11-4227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7.09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29 134 2303 0 0,'0'0'73'0'0,"0"-1"1"0"0,1 1-1 0 0,-1-1 0 0 0,0 1 0 0 0,0-1 0 0 0,1 1 0 0 0,-1-1 0 0 0,0 1 0 0 0,1-1 0 0 0,-1 1 0 0 0,1-1 0 0 0,-1 1 0 0 0,1 0 0 0 0,-1-1 0 0 0,1 1 0 0 0,-1 0 0 0 0,1-1 0 0 0,-1 1 0 0 0,1 0 0 0 0,-1 0 0 0 0,1 0 0 0 0,-1-1 0 0 0,1 1 0 0 0,-1 0 0 0 0,1 0 0 0 0,0 0 0 0 0,-1 0 0 0 0,1 0 0 0 0,-1 0 0 0 0,1 0 0 0 0,1 0 0 0 0,0 0 88 0 0,17-3 1339 0 0,28-10-1 0 0,-5 1-420 0 0,91-18 1671 0 0,1 5-1 0 0,227-10 0 0 0,-300 32-2383 0 0,119-1 748 0 0,-134 5-786 0 0,85 13 0 0 0,-125-13-326 0 0,0 0 0 0 0,0 1 0 0 0,0 0 0 0 0,0 0 0 0 0,0 0 0 0 0,0 1 0 0 0,6 3 0 0 0,-10-5-21 0 0,-1 0 1 0 0,0 0-1 0 0,0 0 1 0 0,1 0-1 0 0,-1 0 0 0 0,0 1 1 0 0,0-1-1 0 0,0 0 1 0 0,0 1-1 0 0,0-1 1 0 0,-1 0-1 0 0,1 1 1 0 0,0-1-1 0 0,-1 1 1 0 0,1-1-1 0 0,-1 1 1 0 0,1-1-1 0 0,-1 1 1 0 0,0 0-1 0 0,1-1 0 0 0,-1 1 1 0 0,0-1-1 0 0,0 1 1 0 0,0 0-1 0 0,-1-1 1 0 0,1 1-1 0 0,0 0 1 0 0,0-1-1 0 0,-1 1 1 0 0,1-1-1 0 0,-1 1 1 0 0,0-1-1 0 0,-1 3 1 0 0,-1 2-92 0 0,0-1 0 0 0,-1 1 0 0 0,1-1 0 0 0,-1 0 1 0 0,0-1-1 0 0,-9 9 0 0 0,-34 25-360 0 0,35-30 367 0 0,-26 19-205 0 0,-1-1 0 0 0,-63 29 0 0 0,-91 30 7 0 0,15-9 162 0 0,-124 85 47 0 0,149-56-83 0 0,122-81 150 0 0,2 2-1 0 0,-47 50 0 0 0,72-73-139 0 0,1 1 0 0 0,0 0 0 0 0,0-1 0 0 0,1 1 0 0 0,-1 0 0 0 0,1 0 0 0 0,-1 1 0 0 0,1-1 0 0 0,1 1 0 0 0,-1-1 0 0 0,1 1 0 0 0,-2 7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57.3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16 0 10591 0 0,'-1'0'51'0'0,"0"0"0"0"0,1 0 0 0 0,-1 1 0 0 0,0-1 0 0 0,1 0 0 0 0,-1 0 0 0 0,1 0 0 0 0,-1 0 1 0 0,0 0-1 0 0,1 1 0 0 0,-1-1 0 0 0,1 0 0 0 0,-1 1 0 0 0,1-1 0 0 0,-1 0 0 0 0,1 1 0 0 0,-1-1 0 0 0,1 0 0 0 0,-1 1 0 0 0,1-1 0 0 0,-1 1 0 0 0,1-1 0 0 0,0 1 0 0 0,-1-1 0 0 0,1 1 0 0 0,0 0 0 0 0,-1-1 0 0 0,1 1 0 0 0,0-1 0 0 0,0 1 0 0 0,-1 0 0 0 0,1-1 0 0 0,0 1 0 0 0,0-1 0 0 0,0 1 0 0 0,0 0 0 0 0,0-1 0 0 0,0 1 0 0 0,0 0 0 0 0,0 0 0 0 0,1 5 463 0 0,0 0 0 0 0,0-1 0 0 0,4 11 1 0 0,-3-7-46 0 0,11 34 1007 0 0,2 0 0 0 0,38 78 0 0 0,-32-80-1498 0 0,-3 0 0 0 0,-1 1 0 0 0,22 88 0 0 0,-27-70-624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6.1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1184 4143 0 0,'-1'2'154'0'0,"0"0"0"0"0,0-1 0 0 0,0 1 0 0 0,0 0 0 0 0,0 0-1 0 0,1 0 1 0 0,-1 0 0 0 0,1 0 0 0 0,-1 0 0 0 0,1 0-1 0 0,0 1 1 0 0,0-1 0 0 0,0 0 0 0 0,0 0 0 0 0,0 0-1 0 0,0 0 1 0 0,0 0 0 0 0,1 0 0 0 0,-1 0 0 0 0,1 0 0 0 0,0 0-1 0 0,-1 0 1 0 0,1 0 0 0 0,0 0 0 0 0,0 0 0 0 0,0 0-1 0 0,1-1 1 0 0,-1 1 0 0 0,0 0 0 0 0,0-1 0 0 0,1 1 0 0 0,2 1-1 0 0,4 5 371 0 0,0-1 0 0 0,0 0 0 0 0,1-1-1 0 0,0 0 1 0 0,0 0 0 0 0,1-1 0 0 0,-1 0 0 0 0,1-1-1 0 0,0 0 1 0 0,0 0 0 0 0,14 2 0 0 0,-9-3-85 0 0,1-1 1 0 0,0-1-1 0 0,-1 0 1 0 0,1-1-1 0 0,-1-1 0 0 0,1 0 1 0 0,17-5-1 0 0,-2-1-92 0 0,0-2-1 0 0,0-1 0 0 0,-1-1 0 0 0,-1-2 0 0 0,0-1 0 0 0,0-2 1 0 0,27-19-1 0 0,-35 21-313 0 0,4-2 42 0 0,31-28 0 0 0,-49 38-67 0 0,-1 0 0 0 0,0 0 0 0 0,-1-1 1 0 0,1 1-1 0 0,-1-1 0 0 0,0-1 0 0 0,-1 1 1 0 0,0-1-1 0 0,5-11 0 0 0,-8 16-19 0 0,0 1 1 0 0,0-1-1 0 0,-1 0 0 0 0,1 0 1 0 0,-1 0-1 0 0,1 0 0 0 0,-1 0 1 0 0,0 0-1 0 0,0 0 1 0 0,0 1-1 0 0,0-1 0 0 0,-1 0 1 0 0,1 0-1 0 0,-1 0 0 0 0,0 0 1 0 0,0 0-1 0 0,0 1 0 0 0,0-1 1 0 0,0 0-1 0 0,-1 1 0 0 0,1-1 1 0 0,-1 1-1 0 0,1-1 0 0 0,-1 1 1 0 0,0 0-1 0 0,0 0 0 0 0,0 0 1 0 0,0 0-1 0 0,-5-3 0 0 0,1 1-38 0 0,0 0-1 0 0,-1 0 1 0 0,0 1-1 0 0,0 0 1 0 0,0 1-1 0 0,0-1 1 0 0,0 1 0 0 0,-1 1-1 0 0,1-1 1 0 0,-13 0-1 0 0,-47 1-1009 0 0,-101 11 1 0 0,-38 0-263 0 0,192-10 1321 0 0,-1-1 0 0 0,1-1 0 0 0,-1 0 0 0 0,1 0 1 0 0,0-2-1 0 0,0 0 0 0 0,0 0 0 0 0,-12-8 0 0 0,21 10 75 0 0,0 0-1 0 0,1-1 1 0 0,-1 0-1 0 0,1 0 1 0 0,0-1-1 0 0,0 1 0 0 0,0-1 1 0 0,0 0-1 0 0,1 0 1 0 0,-1 0-1 0 0,1 0 1 0 0,0-1-1 0 0,0 1 0 0 0,1-1 1 0 0,0 0-1 0 0,-1 1 1 0 0,1-1-1 0 0,1 0 1 0 0,-1-1-1 0 0,1 1 0 0 0,0 0 1 0 0,0 0-1 0 0,1-1 1 0 0,-1-8-1 0 0,2 1 95 0 0,0-1-1 0 0,1 1 0 0 0,0 0 1 0 0,1 0-1 0 0,1 0 0 0 0,0 0 1 0 0,9-19-1 0 0,1 5 58 0 0,1 0-1 0 0,22-31 1 0 0,3 5-136 0 0,2 1 1 0 0,3 2-1 0 0,2 1 0 0 0,1 3 0 0 0,3 3 0 0 0,2 1 0 0 0,1 3 1 0 0,2 2-1 0 0,1 3 0 0 0,86-38 0 0 0,-110 58-125 0 0,45-12 0 0 0,-61 22-10 0 0,1 0-1 0 0,-1 1 1 0 0,0 1-1 0 0,29 0 1 0 0,2 6-290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6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125 209 11519 0 0,'-6'8'208'0'0,"0"0"0"0"0,1 0 0 0 0,-1 1 1 0 0,2 0-1 0 0,-1 0 0 0 0,-6 19 0 0 0,-10 60 814 0 0,15-57-531 0 0,-15 71 1852 0 0,-12 147 0 0 0,32-221-1929 0 0,3 30 0 0 0,-1-47-297 0 0,0-1 0 0 0,1 1-1 0 0,0 0 1 0 0,1 0 0 0 0,7 15-1 0 0,-10-25-113 0 0,0 0 1 0 0,0-1-1 0 0,1 1 0 0 0,-1 0 0 0 0,0-1 0 0 0,1 1 0 0 0,-1 0 1 0 0,0-1-1 0 0,1 1 0 0 0,-1-1 0 0 0,1 1 0 0 0,-1-1 1 0 0,1 1-1 0 0,-1-1 0 0 0,1 1 0 0 0,-1-1 0 0 0,1 1 1 0 0,-1-1-1 0 0,1 0 0 0 0,0 1 0 0 0,-1-1 0 0 0,1 0 0 0 0,0 0 1 0 0,-1 1-1 0 0,1-1 0 0 0,0 0 0 0 0,1 0 0 0 0,-1 0 1 0 0,0 0-1 0 0,0-1 1 0 0,0 1-1 0 0,0-1 0 0 0,0 1 1 0 0,0-1-1 0 0,0 0 1 0 0,0 1-1 0 0,0-1 0 0 0,0 0 1 0 0,0 0-1 0 0,0 1 1 0 0,-1-1-1 0 0,2-2 1 0 0,3-3-1 0 0,-2 1 1 0 0,1-2 0 0 0,-1 1 0 0 0,4-9 0 0 0,1-14 79 0 0,-1 0 0 0 0,-1 0 1 0 0,3-58-1 0 0,-7 71-69 0 0,0-49 12 0 0,-11-127 0 0 0,-1-24-1 0 0,10 206-4 0 0,1 0-1 0 0,0 0 0 0 0,1 0 1 0 0,0 0-1 0 0,1 1 1 0 0,0-1-1 0 0,0 1 0 0 0,1-1 1 0 0,7-12-1 0 0,-7 16-5 0 0,0 0-1 0 0,0 0 1 0 0,1 1-1 0 0,0 0 1 0 0,0-1 0 0 0,0 1-1 0 0,1 1 1 0 0,-1-1-1 0 0,1 1 1 0 0,0 0-1 0 0,1 1 1 0 0,-1-1 0 0 0,13-4-1 0 0,4 1-14 0 0,1 0 0 0 0,45-7 0 0 0,52 3 0 0 0,-63 7-1722 0 0,89 7-1 0 0,-114 0-4960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6.7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34 7831 0 0,'-31'11'832'0'0,"55"-16"5101"0"0,22 0-3949 0 0,-5 1-1022 0 0,4-2-339 0 0,127-15 1343 0 0,-131 19-2445 0 0,0 1-1 0 0,50 5 1 0 0,-53 1-6231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6.9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21 146 13359 0 0,'-15'-6'592'0'0,"12"3"120"0"0,1 0-568 0 0,4-3-144 0 0,1 3 0 0 0,3 0 0 0 0,6-2 368 0 0,8-4 48 0 0,18-6 0 0 0,8-2 8 0 0,12-1 440 0 0,3 1 96 0 0,9 0 8 0 0,0 5 8 0 0,2 3-688 0 0,1 6-144 0 0,2 3-24 0 0,1 6-8408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7.3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1157 10591 0 0,'1'-21'401'0'0,"1"0"0"0"0,1 1 0 0 0,12-40 0 0 0,-6 21-141 0 0,101-331 2599 0 0,-83 300-1970 0 0,4 1-1 0 0,2 1 1 0 0,50-74 0 0 0,-59 105-271 0 0,3 2 0 0 0,42-46 0 0 0,-55 66-417 0 0,1 2 1 0 0,1-1-1 0 0,-1 2 0 0 0,2 0 0 0 0,0 1 0 0 0,0 1 0 0 0,30-13 0 0 0,-40 20-179 0 0,1 1-1 0 0,-1 0 1 0 0,1 0-1 0 0,-1 0 0 0 0,1 1 1 0 0,0 0-1 0 0,-1 1 1 0 0,1-1-1 0 0,0 1 0 0 0,9 2 1 0 0,-12-1-17 0 0,0 0 0 0 0,0 0 1 0 0,-1 1-1 0 0,1-1 0 0 0,0 1 1 0 0,-1 0-1 0 0,1 1 0 0 0,-1-1 0 0 0,0 1 1 0 0,0 0-1 0 0,0 0 0 0 0,0 0 1 0 0,0 1-1 0 0,-1-1 0 0 0,0 1 1 0 0,1 0-1 0 0,2 4 0 0 0,3 6 9 0 0,-1 1-1 0 0,0 0 1 0 0,-2 1-1 0 0,1-1 1 0 0,-2 1-1 0 0,0 0 1 0 0,-1 1-1 0 0,2 17 0 0 0,0 11 56 0 0,-1 79 0 0 0,-8-57-23 0 0,-2-1 0 0 0,-4 1-1 0 0,-3-1 1 0 0,-19 64 0 0 0,13-73-510 0 0,-2 0-1 0 0,-41 82 1 0 0,57-131-337 0 0,0-1 0 0 0,-1 1 0 0 0,-11 12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7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44 8287 0 0,'-12'0'863'0'0,"29"-1"5533"0"0,12-2-3389 0 0,12-2-1782 0 0,110-10 1457 0 0,-74 5-2390 0 0,103 1 0 0 0,-48 15-480 0 0,-68-1 99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8.04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82 370 11519 0 0,'-7'31'791'0'0,"0"1"-1"0"0,-2 35 1 0 0,2 65 1043 0 0,5-104-1596 0 0,0 33 556 0 0,-1 25 531 0 0,-26 161 0 0 0,28-243-1298 0 0,-3 14 70 0 0,4-18-93 0 0,0 1 0 0 0,0 0-1 0 0,0-1 1 0 0,0 1 0 0 0,0-1-1 0 0,-1 1 1 0 0,1-1-1 0 0,0 1 1 0 0,0-1 0 0 0,-1 1-1 0 0,1-1 1 0 0,0 1 0 0 0,-1-1-1 0 0,1 0 1 0 0,0 1 0 0 0,-1-1-1 0 0,1 1 1 0 0,-1-1 0 0 0,1 0-1 0 0,0 1 1 0 0,-1-1 0 0 0,0 0-1 0 0,0-1-2 0 0,1 0-1 0 0,-1-1 1 0 0,1 1-1 0 0,-1 0 1 0 0,1-1-1 0 0,0 1 1 0 0,-1-1-1 0 0,1 1 1 0 0,0 0-1 0 0,0-1 0 0 0,0 1 1 0 0,0-1-1 0 0,0 1 1 0 0,1-2-1 0 0,-1 0 12 0 0,5-135 1059 0 0,28-168-1 0 0,-25 254-742 0 0,23-75 0 0 0,-21 94-289 0 0,2 1 1 0 0,1 1 0 0 0,24-42 0 0 0,-23 52 0 0 0,0 1-1 0 0,1 0 1 0 0,1 1 0 0 0,0 1 0 0 0,2 0 0 0 0,0 1-1 0 0,39-27 1 0 0,-38 31 19 0 0,0 2 0 0 0,1 0 0 0 0,1 0 0 0 0,0 2 0 0 0,0 1 0 0 0,1 0 0 0 0,0 2 0 0 0,38-6 0 0 0,-52 10-27 0 0,0 2 0 0 0,0-1 0 0 0,1 1 0 0 0,-1 0 0 0 0,0 1 0 0 0,0 0 0 0 0,0 0 0 0 0,0 1 0 0 0,0 0 0 0 0,9 4 0 0 0,-13-4-18 0 0,0 0 0 0 0,0 0 0 0 0,0 0 0 0 0,0 1 1 0 0,-1-1-1 0 0,1 1 0 0 0,0 0 0 0 0,-1 0 0 0 0,0 1 0 0 0,0-1 0 0 0,0 1 1 0 0,0-1-1 0 0,-1 1 0 0 0,1 0 0 0 0,-1 0 0 0 0,0 0 0 0 0,0 0 0 0 0,0 1 1 0 0,1 4-1 0 0,-1 2-6 0 0,0-1 0 0 0,-1 1 0 0 0,0-1 0 0 0,-1 1 0 0 0,0-1 0 0 0,0 1 0 0 0,-1-1 0 0 0,-1 1-1 0 0,0-1 1 0 0,0 1 0 0 0,-6 15 0 0 0,-2 1 5 0 0,-1-1 0 0 0,-2-1 0 0 0,-17 28-1 0 0,14-27-283 0 0,-1-1 0 0 0,-2-1 0 0 0,-1 0 0 0 0,0-2 0 0 0,-2 0 0 0 0,0-1 0 0 0,-47 33 0 0 0,59-48-34 0 0,1-1 0 0 0,-1 1-1 0 0,-1-1 1 0 0,1-1-1 0 0,-1 0 1 0 0,-13 3-1 0 0,18-5 5 0 0,0-1-1 0 0,-1 0 1 0 0,1-1-1 0 0,-1 1 0 0 0,1-1 1 0 0,-1-1-1 0 0,1 1 1 0 0,-1-1-1 0 0,1 0 1 0 0,0 0-1 0 0,-1-1 1 0 0,-8-3-1 0 0,6-1 1462 0 0,21 13 576 0 0,13 8-759 0 0,0-1 1 0 0,1-1-1 0 0,52 18 0 0 0,-40-17-598 0 0,19 7 20 0 0,-1 3 0 0 0,100 58 0 0 0,-121-60-306 0 0,0 0-108 0 0,-1 2 0 0 0,31 27 0 0 0,-34-25-1818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8.42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102 508 3223 0 0,'6'2'531'0'0,"0"0"-1"0"0,0 0 1 0 0,0 0-1 0 0,0-1 1 0 0,0 0-1 0 0,1 0 1 0 0,-1 0-1 0 0,0-1 1 0 0,0 0-1 0 0,13-2 1 0 0,3-1 1982 0 0,36-11 0 0 0,-41 9-1967 0 0,-2 0-1 0 0,1-1 1 0 0,-1-1 0 0 0,0 0 0 0 0,0-2 0 0 0,0 1 0 0 0,-2-2 0 0 0,1 0 0 0 0,18-17 0 0 0,-23 18-398 0 0,0-1 1 0 0,-1 1-1 0 0,0-2 0 0 0,-1 1 1 0 0,0-1-1 0 0,-1 0 1 0 0,0 0-1 0 0,0-1 1 0 0,-1 0-1 0 0,-1 0 1 0 0,0 0-1 0 0,-1-1 0 0 0,2-13 1 0 0,-3 13-120 0 0,-1-1 0 0 0,0 1 0 0 0,-1 0 0 0 0,-1-1 0 0 0,0 1 0 0 0,-5-20 0 0 0,4 25-19 0 0,0 0-1 0 0,-1 0 0 0 0,0 0 0 0 0,0 0 0 0 0,-1 1 0 0 0,0-1 0 0 0,0 1 1 0 0,-1 0-1 0 0,0 0 0 0 0,0 0 0 0 0,-9-8 0 0 0,11 13-9 0 0,0-1 0 0 0,0 0 0 0 0,0 1 0 0 0,0 0 0 0 0,-1 0 0 0 0,1 0 0 0 0,-1 0 0 0 0,0 0 0 0 0,0 1 0 0 0,1 0 0 0 0,-1-1 0 0 0,0 1 0 0 0,0 1 0 0 0,-6-2 0 0 0,4 2 0 0 0,1 1 0 0 0,-1-1 0 0 0,1 1 0 0 0,0 0 0 0 0,0 0 0 0 0,-1 0 0 0 0,1 1 0 0 0,0 0 0 0 0,-8 4 0 0 0,-1 2 0 0 0,1 0 0 0 0,0 1 0 0 0,1 1 0 0 0,0 0 0 0 0,0 1 0 0 0,-14 17 0 0 0,4-2 42 0 0,1 2 0 0 0,1 1 0 0 0,-29 56 0 0 0,24-32 62 0 0,-26 80 0 0 0,39-96-68 0 0,2 1-1 0 0,2 1 1 0 0,1-1 0 0 0,-3 74-1 0 0,9-88-24 0 0,2 0-1 0 0,1 0 1 0 0,0 1 0 0 0,2-2-1 0 0,1 1 1 0 0,1 0-1 0 0,1-1 1 0 0,0 0 0 0 0,12 22-1 0 0,-15-38-28 0 0,-1-1 0 0 0,1 0 0 0 0,-1 0 0 0 0,2 0 1 0 0,-1 0-1 0 0,1-1 0 0 0,0 1 0 0 0,0-1 0 0 0,0-1 0 0 0,1 1 0 0 0,-1-1 0 0 0,1 0 0 0 0,0 0 0 0 0,0 0 0 0 0,1-1 0 0 0,-1 0 0 0 0,1 0 0 0 0,0-1 1 0 0,0 0-1 0 0,0 0 0 0 0,0 0 0 0 0,0-1 0 0 0,0 0 0 0 0,0-1 0 0 0,0 0 0 0 0,8 0 0 0 0,19-5-542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8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7 958 3223 0 0,'0'0'32'0'0,"0"0"0"0"0,-1 0-1 0 0,1-1 1 0 0,-1 1-1 0 0,1 0 1 0 0,0 0-1 0 0,-1-1 1 0 0,1 1 0 0 0,0 0-1 0 0,-1 0 1 0 0,1-1-1 0 0,0 1 1 0 0,0-1-1 0 0,-1 1 1 0 0,1 0 0 0 0,0-1-1 0 0,0 1 1 0 0,0 0-1 0 0,-1-1 1 0 0,1 1-1 0 0,0-1 1 0 0,0 1-1 0 0,0-1 1 0 0,0 1 0 0 0,0 0-1 0 0,0-1 1 0 0,0 1-1 0 0,0-1 1 0 0,0 1-1 0 0,0-1 1 0 0,0-21 1295 0 0,1 13-1042 0 0,1-54 3491 0 0,13-87-1 0 0,24-61-76 0 0,-31 169-3049 0 0,35-151 1477 0 0,-27 134-1165 0 0,29-70 1 0 0,-40 117-820 0 0,-4 7-60 0 0,1-1 0 0 0,1 1 0 0 0,-1 0 0 0 0,1 0 0 0 0,0 0 0 0 0,0 0 0 0 0,0 0 0 0 0,7-6 0 0 0,-10 10-77 0 0,1 1-1 0 0,-1-1 0 0 0,1 1 1 0 0,-1 0-1 0 0,1-1 0 0 0,-1 1 0 0 0,1 0 1 0 0,-1-1-1 0 0,1 1 0 0 0,0 0 1 0 0,-1 0-1 0 0,1 0 0 0 0,-1-1 1 0 0,1 1-1 0 0,0 0 0 0 0,-1 0 0 0 0,1 0 1 0 0,0 0-1 0 0,-1 0 0 0 0,1 0 1 0 0,-1 0-1 0 0,1 0 0 0 0,0 1 0 0 0,-1-1 1 0 0,1 0-1 0 0,-1 0 0 0 0,1 0 1 0 0,0 1-1 0 0,-1-1 0 0 0,1 0 0 0 0,-1 1 1 0 0,1-1-1 0 0,-1 0 0 0 0,1 1 1 0 0,-1-1-1 0 0,1 1 0 0 0,-1-1 0 0 0,0 0 1 0 0,1 1-1 0 0,-1 0 0 0 0,1-1 1 0 0,-1 1-1 0 0,0-1 0 0 0,0 1 0 0 0,1-1 1 0 0,-1 2-1 0 0,2 2-5 0 0,0 1-1 0 0,0 0 1 0 0,-1-1 0 0 0,2 8-1 0 0,0 9-226 0 0,-2 0 0 0 0,0 1-1 0 0,-1-1 1 0 0,-1 0 0 0 0,-1 0 0 0 0,-9 41 0 0 0,-1-20-327 0 0,-1 0 0 0 0,-3-1 0 0 0,-1 0 0 0 0,-28 47 0 0 0,40-78 476 0 0,-13 23-42 0 0,17-31 115 0 0,0 1 0 0 0,0-1-1 0 0,0 1 1 0 0,0-1 0 0 0,1 1 0 0 0,-1-1-1 0 0,1 1 1 0 0,0-1 0 0 0,0 1-1 0 0,0 4 1 0 0,0-7 12 0 0,0 1 1 0 0,0-1-1 0 0,0 1 0 0 0,1-1 0 0 0,-1 0 0 0 0,0 1 0 0 0,0-1 0 0 0,1 0 1 0 0,-1 1-1 0 0,0-1 0 0 0,0 0 0 0 0,1 0 0 0 0,-1 1 0 0 0,0-1 0 0 0,1 0 1 0 0,-1 0-1 0 0,0 0 0 0 0,1 1 0 0 0,-1-1 0 0 0,1 0 0 0 0,-1 0 0 0 0,0 0 1 0 0,1 0-1 0 0,-1 0 0 0 0,0 0 0 0 0,1 0 0 0 0,-1 0 0 0 0,1 0 0 0 0,-1 0 1 0 0,0 0-1 0 0,1 0 0 0 0,-1 0 0 0 0,1 0 0 0 0,-1 0 0 0 0,0 0 0 0 0,1 0 1 0 0,-1 0-1 0 0,1 0 0 0 0,-1-1 0 0 0,1 1 0 0 0,17-9 303 0 0,-15 8-257 0 0,22-13 286 0 0,0 1 0 0 0,2 1-1 0 0,-1 2 1 0 0,1 0 0 0 0,1 2-1 0 0,0 1 1 0 0,46-5 0 0 0,-51 10-352 0 0,84-3 57 0 0,-96 6-180 0 0,1-1-1 0 0,-1 2 0 0 0,1 0 0 0 0,-1 0 0 0 0,0 1 1 0 0,0 0-1 0 0,12 6 0 0 0,-17-6-177 0 0,0 0 0 0 0,0 0 1 0 0,0 1-1 0 0,-1 0 0 0 0,1 0 1 0 0,-1 1-1 0 0,7 8 0 0 0,-9-10 59 0 0,-1 0 0 0 0,1 0 0 0 0,-1 0 0 0 0,0 1 0 0 0,0-1 0 0 0,0 1 0 0 0,-1 0 0 0 0,1-1 0 0 0,-1 1 0 0 0,0 0 0 0 0,0 0 0 0 0,0 0 0 0 0,0 0 0 0 0,-1 5 0 0 0,0-1 55 0 0,-1 0 0 0 0,0 0 0 0 0,0-1-1 0 0,-1 1 1 0 0,-4 13 0 0 0,5-17 451 0 0,-1 0-1 0 0,0 0 1 0 0,0 0-1 0 0,0 0 1 0 0,0 0-1 0 0,-1 0 1 0 0,0-1-1 0 0,1 1 1 0 0,-1-1 0 0 0,-1 0-1 0 0,1 0 1 0 0,-4 3-1 0 0,7-6-203 0 0,0 1 0 0 0,0-1 0 0 0,-1 0 0 0 0,1 0 0 0 0,0 0 0 0 0,0 0 0 0 0,0 0 0 0 0,-1 1 1 0 0,1-1-1 0 0,0 0 0 0 0,0 0 0 0 0,-1 0 0 0 0,1 0 0 0 0,0 0 0 0 0,-1 0 0 0 0,1 0 0 0 0,0 0 0 0 0,0 0 0 0 0,-1 0 0 0 0,1 0 0 0 0,0 0 0 0 0,0 0 0 0 0,-1 0 0 0 0,1 0 0 0 0,0 0 0 0 0,0 0 0 0 0,-1-1 0 0 0,1 1 0 0 0,0 0 0 0 0,0 0 0 0 0,-1 0 0 0 0,1 0 0 0 0,0 0 0 0 0,0-1 0 0 0,0 1 0 0 0,-1 0 0 0 0,1 0 0 0 0,0 0 0 0 0,0-1 0 0 0,0 1 0 0 0,0 0 0 0 0,-1 0 0 0 0,1-1 0 0 0,0 1 1 0 0,0 0-1 0 0,0 0 0 0 0,0-1 0 0 0,0 1 0 0 0,0 0 0 0 0,0 0 0 0 0,0-1 0 0 0,0 1 0 0 0,0 0 0 0 0,0 0 0 0 0,0-1 0 0 0,0 1 0 0 0,0 0 0 0 0,0 0 0 0 0,0-1 0 0 0,0 1 0 0 0,0-1 0 0 0,3-19 1356 0 0,137-399 1454 0 0,-129 389-2728 0 0,-1 3-1438 0 0,-1 9-3971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9.7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1 584 2759 0 0,'14'-32'2398'0'0,"15"-49"-1"0"0,0 5 4818 0 0,-29 76-7182 0 0,3 8 1085 0 0,0 12-43 0 0,1 30 1203 0 0,-6 101 1 0 0,0-123-2041 0 0,-5 83 440 0 0,1-43-495 0 0,5 107 0 0 0,1-166-161 0 0,1 0 0 0 0,5 16 0 0 0,-6-23-19 0 0,0 0-1 0 0,1-1 0 0 0,0 1 1 0 0,-1 0-1 0 0,1-1 0 0 0,0 1 1 0 0,0-1-1 0 0,-1 1 0 0 0,1-1 1 0 0,1 1-1 0 0,-1-1 0 0 0,0 0 0 0 0,0 1 1 0 0,0-1-1 0 0,1 0 0 0 0,-1 0 1 0 0,0 0-1 0 0,1 0 0 0 0,-1 0 1 0 0,1 0-1 0 0,1 0 0 0 0,-2 0-2 0 0,0-1 0 0 0,0 0 0 0 0,0 0 0 0 0,-1 0 0 0 0,1 0 0 0 0,0 0 0 0 0,0 0 0 0 0,0 0 0 0 0,0 0 0 0 0,-1-1 0 0 0,1 1 0 0 0,0 0 0 0 0,0 0 0 0 0,0-1 0 0 0,-1 1 0 0 0,1 0 0 0 0,0-1 0 0 0,-1 1 0 0 0,1-1 0 0 0,0 1 0 0 0,-1-1 0 0 0,1 1 0 0 0,0-1 0 0 0,-1 0 0 0 0,1 1 0 0 0,-1-1 0 0 0,1 0 0 0 0,-1 1 0 0 0,1-1 0 0 0,-1 0 0 0 0,0 0 0 0 0,1 0 0 0 0,1-4 0 0 0,0 0 0 0 0,0 0 0 0 0,1-10 0 0 0,-2 14 0 0 0,19-147 0 0 0,-14 98 0 0 0,4-211-103 0 0,-10 172 39 0 0,16-128-1 0 0,-14 206 65 0 0,0-1 0 0 0,0 1 0 0 0,2-1 0 0 0,-1 1 0 0 0,1 0 0 0 0,1 0 0 0 0,0 0 0 0 0,1 1 0 0 0,0 0 0 0 0,0 0 0 0 0,1 0 0 0 0,0 1 0 0 0,1 0 0 0 0,0 1 0 0 0,0-1 0 0 0,1 1 0 0 0,0 1 0 0 0,1 0 0 0 0,-1 0 0 0 0,1 1 0 0 0,1 0 0 0 0,-1 1 0 0 0,22-8 0 0 0,7 1-106 0 0,-1 2-1 0 0,2 1 1 0 0,-1 3-1 0 0,1 1 0 0 0,0 2 1 0 0,0 1-1 0 0,0 2 1 0 0,1 2-1 0 0,59 11 1 0 0,-67-3-5155 0 0,-1 3-1789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09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1 17967 0 0,'-1'0'221'0'0,"-10"5"1398"0"0,20-1-1385 0 0,14 1 175 0 0,0-1 0 0 0,43 1 1 0 0,48-6 431 0 0,-35-1-640 0 0,44 6 76 0 0,-99-2-794 0 0,-1 2 0 0 0,1 0 0 0 0,25 8 1 0 0,-16 0-6862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0.1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1 114 17967 0 0,'0'-3'800'0'0,"2"0"160"0"0,4 0-768 0 0,3-3-192 0 0,0 3 0 0 0,-1 0 0 0 0,10-3-136 0 0,11-5-64 0 0,23-7-16 0 0,18 1 0 0 0,17 0 440 0 0,9 5 80 0 0,-3 0 16 0 0,34 15-5608 0 0,-11 6-1128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0.6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1077 9215 0 0,'-3'4'152'0'0,"0"-1"16"0"0,0 0 0 0 0,-1 0 0 0 0,1 0 0 0 0,-7 4 0 0 0,10-7-134 0 0,-1 0 0 0 0,1 0-1 0 0,0-1 1 0 0,0 1 0 0 0,-1 0 0 0 0,1 0-1 0 0,0-1 1 0 0,0 1 0 0 0,-1 0-1 0 0,1 0 1 0 0,0-1 0 0 0,0 1-1 0 0,0 0 1 0 0,-1-1 0 0 0,1 1 0 0 0,0 0-1 0 0,0-1 1 0 0,0 1 0 0 0,0 0-1 0 0,0-1 1 0 0,0 1 0 0 0,0 0-1 0 0,0-1 1 0 0,0 1 0 0 0,0-1 0 0 0,0 1-1 0 0,0-1 1 0 0,-1-14 1320 0 0,10-50 1417 0 0,33-117 1 0 0,-17 87-1695 0 0,-24 90-1028 0 0,63-239 1908 0 0,-48 193-1473 0 0,3 1 1 0 0,42-82-1 0 0,-57 125-424 0 0,0 1-1 0 0,0-1 0 0 0,1 1 0 0 0,0-1 0 0 0,10-8 0 0 0,-14 14-36 0 0,1 0-1 0 0,-1-1 0 0 0,1 1 0 0 0,0 0 0 0 0,0 0 1 0 0,0 0-1 0 0,0 0 0 0 0,0 0 0 0 0,0 1 0 0 0,0-1 0 0 0,2 0 1 0 0,-2 1-6 0 0,-1 0 1 0 0,0 0 0 0 0,1 0-1 0 0,-1 0 1 0 0,0 0 0 0 0,1 0-1 0 0,-1 1 1 0 0,0-1 0 0 0,0 1-1 0 0,1-1 1 0 0,-1 1 0 0 0,0-1-1 0 0,0 1 1 0 0,0-1 0 0 0,0 1-1 0 0,0 0 1 0 0,0 0 0 0 0,0 0-1 0 0,2 1 1 0 0,0 2 27 0 0,1 0 1 0 0,-1 0-1 0 0,0 1 0 0 0,-1-1 1 0 0,1 1-1 0 0,-1 0 0 0 0,3 7 0 0 0,10 38 49 0 0,-12-36-91 0 0,10 34 24 0 0,54 171 3 0 0,-57-193-31 0 0,1 0 1 0 0,1-1-1 0 0,1-1 1 0 0,1 0-1 0 0,2-1 1 0 0,20 24-1 0 0,-29-39 3 0 0,-1-1-1 0 0,2 0 1 0 0,-1 0 0 0 0,1-1-1 0 0,13 10 1 0 0,-18-15 3 0 0,-1 0 0 0 0,0 0 1 0 0,0 0-1 0 0,1 0 0 0 0,-1 0 0 0 0,0 0 0 0 0,1-1 0 0 0,-1 1 1 0 0,1-1-1 0 0,-1 1 0 0 0,1-1 0 0 0,-1 0 0 0 0,1 0 0 0 0,-1 0 1 0 0,1-1-1 0 0,-1 1 0 0 0,1 0 0 0 0,-1-1 0 0 0,1 0 0 0 0,-1 1 1 0 0,0-1-1 0 0,1 0 0 0 0,-1 0 0 0 0,0-1 0 0 0,0 1 0 0 0,0 0 1 0 0,2-2-1 0 0,5-5 13 0 0,-1 0 0 0 0,0 0 1 0 0,-1 0-1 0 0,0-1 0 0 0,0 0 0 0 0,-1 0 1 0 0,0-1-1 0 0,-1 0 0 0 0,8-18 0 0 0,-1-7 54 0 0,14-58-1 0 0,-6-15-102 0 0,8-128-1 0 0,-23 187 15 0 0,0 7-501 0 0,15-57 0 0 0,-10 70-1460 0 0,3 9-5792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1.23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287 88 199 0 0,'7'-5'0'0'0,"-7"4"0"0"0,1 1 0 0 0,-1-1 0 0 0,0 1 0 0 0,1 0 0 0 0,-1-1 0 0 0,0 1 0 0 0,1 0 0 0 0,-1-1 0 0 0,1 1 0 0 0,-1 0 0 0 0,1 0 0 0 0,-1 0 0 0 0,0-1 0 0 0,1 1 0 0 0,-1 0 0 0 0,1 0 0 0 0,-1 0 0 0 0,1 0 0 0 0,-1 0 0 0 0,1 0 0 0 0,-1 0 0 0 0,1 0 0 0 0,-1 0 0 0 0,1 0 0 0 0,-1 0 0 0 0,1 0 0 0 0,-1 0 0 0 0,1 0 0 0 0,1 1 10 0 0,0-1-1 0 0,0 1 1 0 0,0-1-1 0 0,0 0 0 0 0,0 0 1 0 0,0 1-1 0 0,0-2 0 0 0,0 1 1 0 0,3 0-1 0 0,5-1 57 0 0,2 1-5 0 0,-4 1 72 0 0,1-1 1 0 0,0 0-1 0 0,16-3 0 0 0,-24 3-127 0 0,1-1 0 0 0,-1 1 0 0 0,0 0 0 0 0,1-1 0 0 0,-1 1 0 0 0,0 0 0 0 0,1-1 0 0 0,-1 1 0 0 0,0-1 0 0 0,0 0 0 0 0,0 0 0 0 0,0 1 0 0 0,1-1 0 0 0,-1 0 0 0 0,0 0-1 0 0,0 0 1 0 0,-1 0 0 0 0,1 0 0 0 0,0 0 0 0 0,0 0 0 0 0,0 0 0 0 0,-1-1 0 0 0,1 1 0 0 0,0 0 0 0 0,-1 0 0 0 0,1 0 0 0 0,-1-1 0 0 0,0 1 0 0 0,1 0 0 0 0,-1-1 0 0 0,0-2-1 0 0,0-1-27 0 0,-2-17 188 0 0,2 21-135 0 0,0 0-1 0 0,-1 0 1 0 0,1 0-1 0 0,-1 0 1 0 0,1 0-1 0 0,-1 1 1 0 0,0-1-1 0 0,1 0 1 0 0,-1 0-1 0 0,0 0 1 0 0,1 1-1 0 0,-1-1 1 0 0,0 0-1 0 0,0 1 1 0 0,0-1-1 0 0,0 1 1 0 0,0-1-1 0 0,0 1 0 0 0,0-1 1 0 0,-1 0-1 0 0,-1 1 472 0 0,0-1 0 0 0,1 0 0 0 0,-1 1 0 0 0,0 0-1 0 0,1 0 1 0 0,-1 0 0 0 0,0 0 0 0 0,0 0 0 0 0,0 0-1 0 0,1 1 1 0 0,-1-1 0 0 0,-4 2 0 0 0,2 0 293 0 0,-1 0 0 0 0,1 1 1 0 0,-1 0-1 0 0,1 0 0 0 0,-7 5 0 0 0,-2 3 845 0 0,0 2-1 0 0,-21 23 1 0 0,2 5-738 0 0,2 1 0 0 0,2 1 0 0 0,2 2 0 0 0,-38 83 0 0 0,49-89-823 0 0,1 0-1 0 0,2 0 1 0 0,1 1-1 0 0,3 1 1 0 0,1 0-1 0 0,2 0 1 0 0,-1 72-1 0 0,7-104-59 0 0,0-1 0 0 0,1 1 0 0 0,0-1 0 0 0,0 0 0 0 0,1 1 1 0 0,0-1-1 0 0,1 0 0 0 0,-1 0 0 0 0,2 0 0 0 0,-1 0 0 0 0,8 11 0 0 0,-8-15-6 0 0,1 1 0 0 0,-1-1 0 0 0,1 0 0 0 0,0 0 0 0 0,0 0-1 0 0,1 0 1 0 0,-1-1 0 0 0,1 1 0 0 0,0-1 0 0 0,0 0 0 0 0,0-1 0 0 0,0 1 0 0 0,0-1 0 0 0,1 0 0 0 0,-1-1 0 0 0,1 1 0 0 0,9 1-1 0 0,-6-2-10 0 0,1-1-1 0 0,-1 0 0 0 0,0 0 0 0 0,0 0 0 0 0,0-1 0 0 0,0-1 0 0 0,0 1 0 0 0,0-1 0 0 0,-1-1 0 0 0,1 0 0 0 0,-1 0 0 0 0,13-7 0 0 0,-4 0-2 0 0,-1 0 1 0 0,-1-1-1 0 0,1-1 1 0 0,25-27-1 0 0,-29 27-14 0 0,-1-1 0 0 0,-1-1 1 0 0,0 0-1 0 0,0 0 0 0 0,9-20 0 0 0,-13 22-5 0 0,-1-1-1 0 0,0 0 1 0 0,-1 0 0 0 0,0 0-1 0 0,-1 0 1 0 0,0 0 0 0 0,1-18-1 0 0,-4 26-13 0 0,0 0-1 0 0,0-1 1 0 0,-1 1 0 0 0,1-1-1 0 0,-1 1 1 0 0,-1 0-1 0 0,1 0 1 0 0,-1-1 0 0 0,1 1-1 0 0,-2 0 1 0 0,1 0 0 0 0,-5-7-1 0 0,6 10 23 0 0,-1 0-1 0 0,1 0 1 0 0,-1 1-1 0 0,0-1 1 0 0,1 0 0 0 0,-1 1-1 0 0,0-1 1 0 0,0 1-1 0 0,0-1 1 0 0,0 1-1 0 0,-1 0 1 0 0,1 0 0 0 0,0 0-1 0 0,0 0 1 0 0,-1 0-1 0 0,1 1 1 0 0,0-1-1 0 0,-1 1 1 0 0,1 0-1 0 0,-1-1 1 0 0,1 1 0 0 0,-1 0-1 0 0,1 0 1 0 0,-1 1-1 0 0,1-1 1 0 0,0 0-1 0 0,-1 1 1 0 0,1-1 0 0 0,-4 3-1 0 0,2-2 38 0 0,1 0-1 0 0,0 1 1 0 0,0 0-1 0 0,0-1 1 0 0,0 1-1 0 0,1 0 1 0 0,-1 1-1 0 0,0-1 1 0 0,1 0-1 0 0,0 1 1 0 0,-1-1-1 0 0,-2 6 0 0 0,4-7-13 0 0,0 0-1 0 0,1 0 1 0 0,-1 0-1 0 0,0 1 1 0 0,1-1-1 0 0,-1 0 1 0 0,1 0-1 0 0,0 1 1 0 0,-1-1-1 0 0,1 0 0 0 0,0 0 1 0 0,0 1-1 0 0,0-1 1 0 0,0 0-1 0 0,0 1 1 0 0,0-1-1 0 0,0 0 1 0 0,0 1-1 0 0,0-1 1 0 0,1 0-1 0 0,-1 0 0 0 0,0 1 1 0 0,1-1-1 0 0,-1 0 1 0 0,1 0-1 0 0,0 1 1 0 0,-1-1-1 0 0,1 0 1 0 0,0 0-1 0 0,0 0 1 0 0,-1 0-1 0 0,1 0 0 0 0,0 0 1 0 0,0 0-1 0 0,2 1 1 0 0,2 1 22 0 0,0 0 1 0 0,0-1-1 0 0,0 1 1 0 0,0-1-1 0 0,1 0 1 0 0,-1 0-1 0 0,1 0 1 0 0,6 0-1 0 0,47 5 45 0 0,-47-6-60 0 0,44 4-35 0 0,96 4-1675 0 0,-108-9-6211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1.3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14 743 17503 0 0,'-2'-1'108'0'0,"1"-1"0"0"0,0 0 0 0 0,0 1 0 0 0,-1-1-1 0 0,1 0 1 0 0,0 0 0 0 0,1 0 0 0 0,-1 0 0 0 0,0 0 0 0 0,0 0-1 0 0,1 0 1 0 0,-1 0 0 0 0,1 0 0 0 0,0 0 0 0 0,0 0-1 0 0,0 0 1 0 0,0 0 0 0 0,0-3 0 0 0,1-4-32 0 0,1 0-1 0 0,0 0 1 0 0,4-10 0 0 0,0-4 494 0 0,26-99 277 0 0,4 2 1 0 0,80-175-1 0 0,-97 256-1685 0 0,3 5-4601 0 0,-2 9-1724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1.9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1122 10591 0 0,'-8'17'964'0'0,"35"-51"1104"0"0,42-76 830 0 0,59-131 0 0 0,-21 37-1112 0 0,-70 139-1067 0 0,49-63 0 0 0,-83 124-675 0 0,3-4 69 0 0,0 0 1 0 0,1 0 0 0 0,0 0-1 0 0,11-8 1 0 0,-17 15-89 0 0,0 0 0 0 0,0 0 0 0 0,1 0 0 0 0,-1 0-1 0 0,0 0 1 0 0,1 0 0 0 0,-1 1 0 0 0,0-1 0 0 0,1 0 0 0 0,-1 1 0 0 0,1-1 0 0 0,-1 1-1 0 0,1 0 1 0 0,-1 0 0 0 0,1-1 0 0 0,-1 1 0 0 0,1 0 0 0 0,-1 0 0 0 0,1 0-1 0 0,0 0 1 0 0,-1 1 0 0 0,1-1 0 0 0,-1 0 0 0 0,1 1 0 0 0,-1-1 0 0 0,0 1-1 0 0,1-1 1 0 0,-1 1 0 0 0,1 0 0 0 0,-1 0 0 0 0,0-1 0 0 0,1 1 0 0 0,-1 0 0 0 0,0 0-1 0 0,0 0 1 0 0,2 2 0 0 0,1 3 35 0 0,0-1-1 0 0,-1 1 1 0 0,0 0-1 0 0,0 0 1 0 0,0 0-1 0 0,0 0 1 0 0,-1 0 0 0 0,2 8-1 0 0,9 55 85 0 0,-12-63-128 0 0,9 51 8 0 0,20 65 0 0 0,-20-91-20 0 0,1-1 0 0 0,1-1 0 0 0,29 49 0 0 0,-36-68-2 0 0,1 0 8 0 0,0-1 1 0 0,0 1-1 0 0,1-1 0 0 0,13 14 1 0 0,-18-22-10 0 0,-1 1 1 0 0,1-1-1 0 0,0 1 1 0 0,0-1-1 0 0,0 1 1 0 0,0-1-1 0 0,0 0 0 0 0,0 0 1 0 0,0 0-1 0 0,0 0 1 0 0,1 0-1 0 0,-1-1 1 0 0,0 1-1 0 0,0-1 1 0 0,1 1-1 0 0,-1-1 1 0 0,0 0-1 0 0,1 0 1 0 0,-1 0-1 0 0,1 0 0 0 0,-1-1 1 0 0,0 1-1 0 0,1 0 1 0 0,-1-1-1 0 0,0 0 1 0 0,0 1-1 0 0,0-1 1 0 0,4-2-1 0 0,1-2 13 0 0,0 1 0 0 0,0-2 1 0 0,-1 1-1 0 0,1-1 0 0 0,-1 0 0 0 0,-1 0 0 0 0,1 0 1 0 0,-1-1-1 0 0,0 0 0 0 0,5-10 0 0 0,4-10 96 0 0,16-42 0 0 0,-5 2 51 0 0,-4-1 0 0 0,20-111 0 0 0,-25 79-281 0 0,1-122 0 0 0,-17 201-78 0 0,0 13-28 0 0,0 0 0 0 0,1 0 0 0 0,1-11 0 0 0,6 45-2292 0 0,-5-2 1607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2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30 400 10591 0 0,'-4'11'439'0'0,"0"0"-1"0"0,1 1 0 0 0,1-1 1 0 0,0 1-1 0 0,0 0 0 0 0,0 21 0 0 0,0-3 424 0 0,-7 205 3911 0 0,11-182-3703 0 0,3-1 0 0 0,16 79-1 0 0,-20-127-1021 0 0,-1 1 2 0 0,1 0-1 0 0,1 0 1 0 0,-1 0-1 0 0,0-1 1 0 0,1 1 0 0 0,0-1-1 0 0,0 1 1 0 0,1-1 0 0 0,4 7-1 0 0,-7-11-47 0 0,0 0 0 0 0,0 1 0 0 0,0-1-1 0 0,0 0 1 0 0,1 0 0 0 0,-1 0 0 0 0,0 0 0 0 0,0 1 0 0 0,0-1-1 0 0,0 0 1 0 0,0 0 0 0 0,1 0 0 0 0,-1 0 0 0 0,0 0 0 0 0,0 0-1 0 0,0 0 1 0 0,0 0 0 0 0,1 1 0 0 0,-1-1 0 0 0,0 0 0 0 0,0 0-1 0 0,0 0 1 0 0,1 0 0 0 0,-1 0 0 0 0,0 0 0 0 0,0 0 0 0 0,0 0-1 0 0,1 0 1 0 0,-1 0 0 0 0,0 0 0 0 0,0 0 0 0 0,0 0-1 0 0,1-1 1 0 0,-1 1 0 0 0,0 0 0 0 0,0 0 0 0 0,0 0 0 0 0,0 0-1 0 0,1 0 1 0 0,-1 0 0 0 0,0 0 0 0 0,0 0 0 0 0,0-1 0 0 0,0 1-1 0 0,0 0 1 0 0,1 0 0 0 0,-1 0 0 0 0,0 0 0 0 0,0-1 0 0 0,0 1-1 0 0,0 0 1 0 0,4-13 43 0 0,-4 9-41 0 0,5-19-12 0 0,-1 1 0 0 0,-2-1 0 0 0,1-30-1 0 0,-7-71-29 0 0,3 109 37 0 0,-14-149 1 0 0,-2-31 0 0 0,17 177 17 0 0,0 1 0 0 0,1 0 0 0 0,1-1 0 0 0,0 1 0 0 0,1 0 0 0 0,1 0 0 0 0,7-18 0 0 0,-7 24-3 0 0,1 1 0 0 0,0-1 0 0 0,1 1 0 0 0,0 1 0 0 0,0-1 0 0 0,1 1 0 0 0,1 0 0 0 0,-1 1 0 0 0,1-1 0 0 0,1 2 0 0 0,17-14 0 0 0,5 0 20 0 0,1 2-1 0 0,2 0 1 0 0,0 3-1 0 0,0 0 1 0 0,1 3-1 0 0,69-18 1 0 0,-92 28-10 0 0,1 1-1 0 0,0 0 1 0 0,0 1 0 0 0,1 1 0 0 0,-1 0-1 0 0,0 0 1 0 0,23 5 0 0 0,-31-4-139 0 0,1 0 0 0 0,-1 1-1 0 0,0 0 1 0 0,1 0 0 0 0,-1 0 0 0 0,0 0 0 0 0,0 1 0 0 0,0 0 0 0 0,-1 0-1 0 0,1 1 1 0 0,-1-1 0 0 0,1 1 0 0 0,-1 0 0 0 0,-1 0 0 0 0,1 0 0 0 0,0 1-1 0 0,-1 0 1 0 0,0-1 0 0 0,0 1 0 0 0,3 6 0 0 0,4 18-7604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2.4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84 61 19351 0 0,'-26'9'638'0'0,"11"-4"91"0"0,-27 7 0 0 0,182-35 915 0 0,-1-4-2432 0 0,151-9 0 0 0,-242 35-6920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2.6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92 146 17967 0 0,'-78'37'1920'0'0,"67"-31"-1888"0"0,11-6-29 0 0,0 0 1 0 0,0 0-1 0 0,0 1 0 0 0,0-1 0 0 0,-1 0 0 0 0,1 0 0 0 0,0 0 1 0 0,0 0-1 0 0,0 0 0 0 0,0 0 0 0 0,0 0 0 0 0,0 0 1 0 0,-1 0-1 0 0,1 1 0 0 0,0-1 0 0 0,0 0 0 0 0,0 0 0 0 0,0 0 1 0 0,0 0-1 0 0,0 0 0 0 0,0 0 0 0 0,0 1 0 0 0,0-1 1 0 0,0 0-1 0 0,0 0 0 0 0,0 0 0 0 0,-1 0 0 0 0,1 0 0 0 0,0 1 1 0 0,0-1-1 0 0,0 0 0 0 0,0 0 0 0 0,0 0 0 0 0,0 0 1 0 0,1 1-1 0 0,-1-1 0 0 0,0 0 0 0 0,0 0 0 0 0,0 0 0 0 0,0 0 1 0 0,0 0-1 0 0,0 1 0 0 0,0-1 0 0 0,0 0 0 0 0,0 0 1 0 0,0 0-1 0 0,0 0 0 0 0,0 0 0 0 0,1 0 0 0 0,-1 0 0 0 0,0 1 1 0 0,0-1-1 0 0,0 0 0 0 0,0 0 0 0 0,0 0 0 0 0,0 0 1 0 0,1 0-1 0 0,-1 0 0 0 0,5 2 315 0 0,-3-2-281 0 0,0 0 1 0 0,-1 0-1 0 0,1 0 1 0 0,0 0-1 0 0,0 0 1 0 0,0 0 0 0 0,-1 0-1 0 0,1-1 1 0 0,0 1-1 0 0,2-2 1 0 0,7-1 90 0 0,193-55 1206 0 0,-107 26-1124 0 0,64-15-725 0 0,-53 16-5067 0 0,-20 8-1464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3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 11519 0 0,'23'-2'528'0'0,"1"1"0"0"0,0 1-1 0 0,26 3 1 0 0,74 3 1475 0 0,568 25 2763 0 0,732 8-2289 0 0,-1108-31-2413 0 0,249 4-72 0 0,176-31-581 0 0,-486 0 21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3.8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0 412 7367 0 0,'201'-20'8856'0'0,"348"13"-3748"0"0,53-1-3313 0 0,160-32-97 0 0,-1-23-467 0 0,-35-17-592 0 0,155-17-411 0 0,0 24-343 0 0,-644 61-1748 0 0,-16 0-7066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9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0 10591 0 0,'-5'7'267'0'0,"0"-1"0"0"0,1 1-1 0 0,0 0 1 0 0,0 0 0 0 0,0 0 0 0 0,1 1-1 0 0,0 0 1 0 0,-2 9 0 0 0,-2 3 252 0 0,-24 64 1120 0 0,4 1 0 0 0,-21 119-1 0 0,45-179-1185 0 0,-2 35-1 0 0,5-49-279 0 0,1 0 0 0 0,0 1 1 0 0,0-1-1 0 0,1 0 0 0 0,4 15 0 0 0,-5-24-138 0 0,-1 1 0 0 0,1-1 0 0 0,0 0-1 0 0,0 0 1 0 0,0 0 0 0 0,0 0 0 0 0,1 0 0 0 0,-1 0 0 0 0,0 0-1 0 0,1 0 1 0 0,-1-1 0 0 0,1 1 0 0 0,0 0 0 0 0,0-1-1 0 0,-1 0 1 0 0,1 1 0 0 0,0-1 0 0 0,0 0 0 0 0,0 0 0 0 0,0 0-1 0 0,1 0 1 0 0,-1 0 0 0 0,0 0 0 0 0,0-1 0 0 0,0 1-1 0 0,1-1 1 0 0,-1 0 0 0 0,0 1 0 0 0,4-1 0 0 0,-1-1-5 0 0,1 1-1 0 0,-1-1 1 0 0,0-1 0 0 0,0 1 0 0 0,0 0 0 0 0,0-1 0 0 0,0 0-1 0 0,0 0 1 0 0,0-1 0 0 0,-1 0 0 0 0,8-5 0 0 0,6-6 24 0 0,0 0 0 0 0,-2-2 0 0 0,0 0-1 0 0,0-1 1 0 0,-2 0 0 0 0,16-24 0 0 0,-5-2 31 0 0,-1 0 1 0 0,-2-2-1 0 0,-3 0 0 0 0,26-89 1 0 0,-27 64-32 0 0,8-27 84 0 0,-26 116 10 0 0,0-3-88 0 0,-7 209 106 0 0,8-172-123 0 0,2 0-1 0 0,13 66 0 0 0,-11-98-42 0 0,0-1 0 0 0,1 1 0 0 0,1-1 0 0 0,0-1 0 0 0,2 1 0 0 0,14 23 0 0 0,-16-33 0 0 0,0 0 0 0 0,0 0 0 0 0,1-1 0 0 0,0 0 0 0 0,0-1 0 0 0,1 1 0 0 0,1-2 0 0 0,-1 1 0 0 0,1-1 0 0 0,0-1 0 0 0,1 0 0 0 0,15 7 0 0 0,-10-7 2 0 0,0 0 0 0 0,1-1 0 0 0,0-1 0 0 0,0-1 1 0 0,1 0-1 0 0,-1-1 0 0 0,0-1 0 0 0,20-1 0 0 0,-26-1 0 0 0,0 0 1 0 0,0 0-1 0 0,0-1 1 0 0,0-1-1 0 0,0 0 1 0 0,0 0-1 0 0,-1-1 1 0 0,0-1-1 0 0,1 1 1 0 0,-2-2-1 0 0,1 1 1 0 0,-1-1-1 0 0,15-13 0 0 0,-10 5 20 0 0,0 0-1 0 0,-1-1 0 0 0,-1-1 0 0 0,-1 0 1 0 0,0-1-1 0 0,11-24 0 0 0,-4 2 65 0 0,24-77-1 0 0,-34 86-45 0 0,-2 0 0 0 0,5-41-1 0 0,-3-60-68 0 0,-3 28-598 0 0,-5 100 394 0 0,1-7 196 0 0,-1 10-14 0 0,0-1-1 0 0,0 1 1 0 0,0 0-1 0 0,0 0 1 0 0,0 0 0 0 0,0 0-1 0 0,0-1 1 0 0,0 1-1 0 0,0 0 1 0 0,0 0-1 0 0,1 0 1 0 0,-1 0-1 0 0,0 0 1 0 0,0-1-1 0 0,0 1 1 0 0,0 0-1 0 0,0 0 1 0 0,0 0-1 0 0,0 0 1 0 0,0 0 0 0 0,1 0-1 0 0,-1-1 1 0 0,0 1-1 0 0,0 0 1 0 0,0 0-1 0 0,0 0 1 0 0,0 0-1 0 0,1 0 1 0 0,-1 0-1 0 0,0 0 1 0 0,0 0-1 0 0,0 0 1 0 0,0 0-1 0 0,1 0 1 0 0,-1 0 0 0 0,0 0-1 0 0,0 0 1 0 0,0 0-1 0 0,0 0 1 0 0,1 0-1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19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110 366 6447 0 0,'-2'2'125'0'0,"-1"0"0"0"0,1 0-1 0 0,0-1 1 0 0,0 1 0 0 0,-1 1-1 0 0,1-1 1 0 0,1 0 0 0 0,-1 0-1 0 0,0 1 1 0 0,0-1 0 0 0,1 1-1 0 0,-2 3 1 0 0,-14 38 1795 0 0,12-29-1562 0 0,-11 33 1627 0 0,3 0 0 0 0,2 1 0 0 0,-7 58 0 0 0,17-95-1593 0 0,0 0 0 0 0,0 1 0 0 0,1-1 1 0 0,1 0-1 0 0,0 1 0 0 0,3 17 0 0 0,-4-30-356 0 0,1 1 0 0 0,-1 0 0 0 0,0 0 0 0 0,1 0 0 0 0,-1 0 0 0 0,0 0 0 0 0,1 0 0 0 0,-1 0 0 0 0,1 0 0 0 0,-1-1 0 0 0,1 1 0 0 0,-1 0-1 0 0,1 0 1 0 0,0-1 0 0 0,0 1 0 0 0,-1 0 0 0 0,1-1 0 0 0,1 2 0 0 0,-1-2-22 0 0,-1 0 0 0 0,1 0 0 0 0,-1 0 0 0 0,1 0 0 0 0,-1 0-1 0 0,1 0 1 0 0,-1 0 0 0 0,1 0 0 0 0,-1 0 0 0 0,1 0 0 0 0,0-1 0 0 0,-1 1 0 0 0,1 0 0 0 0,-1 0-1 0 0,1 0 1 0 0,-1-1 0 0 0,1 1 0 0 0,-1 0 0 0 0,0-1 0 0 0,1 1 0 0 0,-1 0 0 0 0,1-1-1 0 0,0 0 1 0 0,1-2 17 0 0,1 0 0 0 0,-1 0 0 0 0,0 0 0 0 0,0-1 0 0 0,0 1 0 0 0,0-1 0 0 0,2-5 0 0 0,4-20 56 0 0,-2 0-1 0 0,0 0 1 0 0,-2 0-1 0 0,0-41 1 0 0,-3 48-56 0 0,0-42 18 0 0,-12-105-1 0 0,2 49 63 0 0,8 115-88 0 0,1-1 0 0 0,0 0 0 0 0,0 0 0 0 0,0 0 0 0 0,1 1 0 0 0,0-1-1 0 0,0 0 1 0 0,1 0 0 0 0,-1 1 0 0 0,1-1 0 0 0,0 1 0 0 0,1 0 0 0 0,-1-1 0 0 0,1 1 0 0 0,0 0 0 0 0,1 1 0 0 0,-1-1-1 0 0,1 0 1 0 0,0 1 0 0 0,0 0 0 0 0,0 0 0 0 0,1 0 0 0 0,-1 1 0 0 0,1-1 0 0 0,0 1 0 0 0,0 0 0 0 0,7-3-1 0 0,18-9-8 0 0,0 0 0 0 0,2 3-1 0 0,-1 0 1 0 0,2 2 0 0 0,-1 2-1 0 0,1 0 1 0 0,60-4 0 0 0,-84 12-77 0 0,0 0 0 0 0,0 0 0 0 0,0 1 0 0 0,0 0 0 0 0,12 4 0 0 0,-17-4-49 0 0,0 0-1 0 0,-1 1 1 0 0,1-1-1 0 0,0 1 1 0 0,-1 0-1 0 0,1 0 1 0 0,-1 0-1 0 0,1 1 1 0 0,-1-1-1 0 0,0 1 1 0 0,0 0-1 0 0,0 0 1 0 0,-1 0-1 0 0,4 4 0 0 0,4 12-1092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0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12 5063 0 0,'-9'3'448'0'0,"4"-3"-352"0"0,8 3 1832 0 0,-1-3 376 0 0,4 0 64 0 0,6-3 24 0 0,8 3-992 0 0,9-6-200 0 0,12 3-40 0 0,5 0-8 0 0,4 3-608 0 0,2-3-120 0 0,0 6-24 0 0,-2 0-8 0 0,-1 3-672 0 0,-3 3-136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0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1 146 17967 0 0,'2'0'800'0'0,"1"-3"160"0"0,3 3-768 0 0,0-3-192 0 0,3 3 0 0 0,-1-3 0 0 0,7 0 0 0 0,14-2-64 0 0,20-4 0 0 0,21-6 0 0 0,17 1 504 0 0,9-4 104 0 0,3 1 16 0 0,-4 0 8 0 0,-5 5-568 0 0,-11 0-104 0 0,-4 4-24 0 0,-2 2-8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0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74 328 2759 0 0,'-8'18'328'0'0,"-9"33"-1"0"0,7 1 5581 0 0,-3 73-1167 0 0,0 63-1858 0 0,15-138-2023 0 0,-9-177-588 0 0,0 10-392 0 0,10-38 698 0 0,0 122-242 0 0,1 1 0 0 0,17-61 0 0 0,-15 76-157 0 0,0 0 0 0 0,0 1 0 0 0,2 0-1 0 0,0 0 1 0 0,1 0 0 0 0,18-23-1 0 0,-19 29-47 0 0,1 0 0 0 0,1 1-1 0 0,0-1 1 0 0,0 2 0 0 0,0 0-1 0 0,1 0 1 0 0,1 1 0 0 0,-1 0-1 0 0,24-10 1 0 0,-21 12-61 0 0,0 0 0 0 0,0 2 0 0 0,0-1 0 0 0,1 1 0 0 0,-1 1 0 0 0,1 1 0 0 0,25 0 0 0 0,-29 2-28 0 0,1 0 0 0 0,0 0 1 0 0,-1 1-1 0 0,0 1 0 0 0,1 0 1 0 0,-1 1-1 0 0,0 0 0 0 0,0 0 1 0 0,-1 1-1 0 0,12 8 0 0 0,-16-10-32 0 0,-1 1 0 0 0,-1 0 0 0 0,1 0-1 0 0,0 0 1 0 0,-1 1 0 0 0,0 0 0 0 0,0 0 0 0 0,0 0-1 0 0,-1 0 1 0 0,0 0 0 0 0,0 1 0 0 0,0-1 0 0 0,-1 1-1 0 0,1 0 1 0 0,-1 0 0 0 0,-1 0 0 0 0,1 0 0 0 0,-1 0-1 0 0,0 0 1 0 0,0 13 0 0 0,-1-10-26 0 0,-1 1 0 0 0,0-1 0 0 0,0 1 0 0 0,-1-1 0 0 0,0 0 0 0 0,-1 1 0 0 0,0-1 0 0 0,0 0 1 0 0,-1-1-1 0 0,0 1 0 0 0,-1-1 0 0 0,0 0 0 0 0,-6 9 0 0 0,-7 5-146 0 0,-1-1 0 0 0,0 0-1 0 0,-2-2 1 0 0,0 0 0 0 0,-1-2 0 0 0,-1 0 0 0 0,0-1 0 0 0,-1-2 0 0 0,-42 19 0 0 0,57-29 86 0 0,4-2 25 0 0,0 0 0 0 0,0 0 1 0 0,0 0-1 0 0,0 0 0 0 0,0-1 1 0 0,0 0-1 0 0,-7 0 0 0 0,11 0 50 0 0,1-1-1 0 0,-1 0 0 0 0,1 0 0 0 0,0 0 1 0 0,-1 0-1 0 0,1 0 0 0 0,-1 0 1 0 0,1 0-1 0 0,0 0 0 0 0,-1 0 1 0 0,1 0-1 0 0,0-1 0 0 0,-1 1 1 0 0,1 0-1 0 0,-1 0 0 0 0,1 0 1 0 0,0 0-1 0 0,-1-1 0 0 0,1 1 1 0 0,0 0-1 0 0,-1 0 0 0 0,1 0 1 0 0,0-1-1 0 0,0 1 0 0 0,-1 0 1 0 0,1-1-1 0 0,0 1 0 0 0,0 0 1 0 0,-1-1-1 0 0,1 1 0 0 0,0 0 1 0 0,0-1-1 0 0,0 0 11 0 0,0 0-1 0 0,0 0 1 0 0,0 0-1 0 0,0 0 1 0 0,0 0 0 0 0,1 0-1 0 0,-1 0 1 0 0,0 1-1 0 0,1-1 1 0 0,-1 0 0 0 0,0 0-1 0 0,1 0 1 0 0,0 0-1 0 0,21-23 233 0 0,-10 15-175 0 0,0 1 1 0 0,0 0 0 0 0,1 1 0 0 0,1 0 0 0 0,-1 1 0 0 0,1 0 0 0 0,0 1 0 0 0,0 1-1 0 0,17-3 1 0 0,11 0 94 0 0,82-3 0 0 0,-88 11-37 0 0,0 2 0 0 0,-1 1 0 0 0,1 2 0 0 0,-1 1 0 0 0,34 12 0 0 0,-58-15-80 0 0,1 0 1 0 0,-1 0-1 0 0,0 1 0 0 0,0 0 0 0 0,-1 1 1 0 0,0 0-1 0 0,0 1 0 0 0,0 0 0 0 0,12 12 1 0 0,-18-15-31 0 0,1 1 1 0 0,-2-1 0 0 0,1 1 0 0 0,-1-1 0 0 0,1 1-1 0 0,-1 1 1 0 0,-1-1 0 0 0,1 0 0 0 0,-1 1 0 0 0,0-1-1 0 0,0 1 1 0 0,0-1 0 0 0,-1 1 0 0 0,0 0 0 0 0,0 0-1 0 0,0 0 1 0 0,-1 0 0 0 0,0 0 0 0 0,0-1 0 0 0,-1 1-1 0 0,0 6 1 0 0,-1-3-3 0 0,-1-1 1 0 0,1 0-1 0 0,-1 0 0 0 0,-1-1 1 0 0,1 1-1 0 0,-1-1 0 0 0,-1 0 0 0 0,1 0 1 0 0,-1 0-1 0 0,-1 0 0 0 0,1-1 1 0 0,-1 0-1 0 0,-12 10 0 0 0,1-3 15 0 0,0-1-1 0 0,-1 0 0 0 0,-1-2 1 0 0,-27 12-1 0 0,11-7 72 0 0,-1-3 0 0 0,0-1 0 0 0,-55 9 0 0 0,-12-5-1450 0 0,0-6-4700 0 0,30-3-1304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1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19 862 2759 0 0,'-7'7'124'0'0,"5"-6"-26"0"0,1 1 1 0 0,0-1-1 0 0,0 0 1 0 0,-1 1-1 0 0,1-1 1 0 0,0 0-1 0 0,0 1 1 0 0,-1 2 0 0 0,5 2 2822 0 0,8-3 3078 0 0,3-1-4171 0 0,-1-1-1 0 0,16-1 1 0 0,29-6 168 0 0,54-20-792 0 0,-61 9-874 0 0,0-2-1 0 0,-1-2 1 0 0,64-37 0 0 0,-98 49-317 0 0,-1-1-1 0 0,0 0 0 0 0,0-1 1 0 0,-1-1-1 0 0,0 0 0 0 0,-1-1 1 0 0,17-21-1 0 0,-27 30-35 0 0,-1 1 0 0 0,1-1 0 0 0,-1 0 0 0 0,0 0 0 0 0,0 0 0 0 0,-1 0 0 0 0,1 0 0 0 0,-1 0 0 0 0,0 0 0 0 0,0-1 1 0 0,0 1-1 0 0,-1 0 0 0 0,0-1 0 0 0,0 1 0 0 0,0-1 0 0 0,0 1 0 0 0,0 0 0 0 0,-1-1 0 0 0,0 1 0 0 0,0 0 0 0 0,0 0 0 0 0,0-1 0 0 0,-1 1 0 0 0,0 0 0 0 0,0 0 0 0 0,0 0 0 0 0,0 1 0 0 0,0-1 0 0 0,-1 0 0 0 0,-3-3 0 0 0,-5-5-84 0 0,0 1-1 0 0,-1 0 0 0 0,0 1 1 0 0,-1 0-1 0 0,0 1 1 0 0,-14-8-1 0 0,-89-40-381 0 0,83 43 463 0 0,-126-48 179 0 0,89 37 771 0 0,66 23-848 0 0,1 1-1 0 0,-1 0 0 0 0,0-1 0 0 0,1 0 0 0 0,0 0 0 0 0,-1 0 0 0 0,1 0 0 0 0,-5-5 0 0 0,7 6-61 0 0,0 0 1 0 0,1 0 0 0 0,-1-1-1 0 0,0 1 1 0 0,1 0-1 0 0,-1 0 1 0 0,1 0 0 0 0,-1-1-1 0 0,1 1 1 0 0,0 0 0 0 0,-1-1-1 0 0,1 1 1 0 0,0 0 0 0 0,0-1-1 0 0,0 1 1 0 0,0 0 0 0 0,0-1-1 0 0,0 1 1 0 0,0 0 0 0 0,1-1-1 0 0,-1 1 1 0 0,0 0 0 0 0,1-1-1 0 0,-1 1 1 0 0,1 0 0 0 0,-1 0-1 0 0,2-2 1 0 0,1-2-8 0 0,0 0 1 0 0,0 0-1 0 0,1 0 0 0 0,0 1 1 0 0,0 0-1 0 0,0 0 1 0 0,8-7-1 0 0,38-22 22 0 0,-41 27-28 0 0,22-13-69 0 0,2 2 0 0 0,0 1 0 0 0,0 1 0 0 0,2 2 0 0 0,-1 1 0 0 0,2 2 0 0 0,-1 2 0 0 0,1 1 0 0 0,0 1 0 0 0,66 0 0 0 0,-42 8-648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1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69 352 9671 0 0,'-15'39'1067'0'0,"2"1"0"0"0,2 0 0 0 0,1 1 0 0 0,3 1 1 0 0,1-1-1 0 0,-1 48 0 0 0,7-85-851 0 0,0 0 0 0 0,0 0 1 0 0,1 0-1 0 0,-1 0 0 0 0,1 1 1 0 0,0-1-1 0 0,2 5 0 0 0,-3-9-204 0 0,0 0 0 0 0,0 0 0 0 0,0 0 0 0 0,0 1 0 0 0,0-1 0 0 0,1 0 0 0 0,-1 0 0 0 0,0 0-1 0 0,0 1 1 0 0,0-1 0 0 0,1 0 0 0 0,-1 0 0 0 0,0 0 0 0 0,0 0 0 0 0,1 0 0 0 0,-1 0 0 0 0,0 0 0 0 0,0 1 0 0 0,1-1 0 0 0,-1 0-1 0 0,0 0 1 0 0,0 0 0 0 0,1 0 0 0 0,-1 0 0 0 0,0 0 0 0 0,0 0 0 0 0,1 0 0 0 0,-1 0 0 0 0,0 0 0 0 0,0 0 0 0 0,1-1 0 0 0,-1 1-1 0 0,0 0 1 0 0,0 0 0 0 0,1 0 0 0 0,-1 0 0 0 0,0 0 0 0 0,0 0 0 0 0,0 0 0 0 0,1-1 0 0 0,-1 1 0 0 0,0 0 0 0 0,0 0 0 0 0,0 0-1 0 0,1-1 1 0 0,-1 1 0 0 0,0 0 0 0 0,0 0 0 0 0,0 0 0 0 0,0-1 0 0 0,0 1 0 0 0,0 0 0 0 0,1 0 0 0 0,-1-1 0 0 0,0 1 0 0 0,8-15 168 0 0,-1-5-33 0 0,-2-1 1 0 0,0 1-1 0 0,-1-1 0 0 0,0 0 0 0 0,-2 0 1 0 0,-1-31-1 0 0,-15-131 194 0 0,6 111 15 0 0,7 62-272 0 0,1 0 0 0 0,0 0 0 0 0,0 0 0 0 0,1-1 0 0 0,0 1 0 0 0,1 0 0 0 0,0 0 0 0 0,0 1-1 0 0,7-18 1 0 0,-6 21-53 0 0,1-1 0 0 0,0 0 0 0 0,0 1-1 0 0,0 0 1 0 0,1 0 0 0 0,0 0-1 0 0,0 1 1 0 0,0-1 0 0 0,1 1 0 0 0,0 0-1 0 0,0 1 1 0 0,0-1 0 0 0,11-5-1 0 0,9-2-20 0 0,0 0-1 0 0,0 2 1 0 0,1 1-1 0 0,1 1 0 0 0,-1 2 1 0 0,1 0-1 0 0,0 2 0 0 0,48-1 1 0 0,-49 5-2207 0 0,0 1 0 0 0,48 9 0 0 0,-46-4-4774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2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1 16127 0 0,'-11'3'261'0'0,"5"-2"-92"0"0,0 1-1 0 0,0 0 1 0 0,0 0 0 0 0,0 0 0 0 0,0 1 0 0 0,1 0 0 0 0,-1 0-1 0 0,-5 5 1 0 0,22 1 459 0 0,-7-7-550 0 0,-1 0-1 0 0,1 0 1 0 0,-1-1 0 0 0,1 1-1 0 0,0-1 1 0 0,0 0-1 0 0,0 0 1 0 0,7 1 0 0 0,37 0 494 0 0,-32-1-379 0 0,137 0 474 0 0,-83-2-6235 0 0,-24 1-915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2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70 102 2303 0 0,'-60'41'200'0'0,"59"-41"-90"0"0,1 0 0 0 0,-1 0-1 0 0,1 0 1 0 0,-1 1-1 0 0,1-1 1 0 0,-1 0-1 0 0,1 0 1 0 0,-1 1 0 0 0,1-1-1 0 0,-1 0 1 0 0,1 1-1 0 0,0-1 1 0 0,-1 1-1 0 0,1-1 1 0 0,0 1-1 0 0,-1-1 1 0 0,1 0 0 0 0,0 1-1 0 0,-1-1 1 0 0,1 1-1 0 0,0-1 1 0 0,0 2-1 0 0,0-2 202 0 0,0 1-1 0 0,1-1 1 0 0,-1 0-1 0 0,1 0 1 0 0,0 0-1 0 0,-1 1 1 0 0,1-1-1 0 0,-1 0 0 0 0,1 0 1 0 0,-1 0-1 0 0,1 0 1 0 0,-1 0-1 0 0,1 0 1 0 0,-1 0-1 0 0,1 0 0 0 0,0 0 1 0 0,0 0-1 0 0,31-6 8238 0 0,343-89-4995 0 0,-239 60-5052 0 0,-69 18-6075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2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2 934 9671 0 0,'-1'-6'201'0'0,"1"0"0"0"0,0-1-1 0 0,0 1 1 0 0,0-1 0 0 0,1 1 0 0 0,0 0-1 0 0,3-13 1 0 0,19-43 1682 0 0,-12 36-1146 0 0,92-219 3448 0 0,-66 168-2619 0 0,53-82 0 0 0,-82 147-1399 0 0,88-128 1215 0 0,-79 118-1196 0 0,1 1 0 0 0,1 0 0 0 0,1 2 1 0 0,23-18-1 0 0,-38 33-136 0 0,0 0 1 0 0,0 1 0 0 0,0 0-1 0 0,1 0 1 0 0,-1 0 0 0 0,1 1-1 0 0,0 0 1 0 0,9-3-1 0 0,-13 5-35 0 0,1 0 0 0 0,0-1 0 0 0,-1 1-1 0 0,1 0 1 0 0,0 0 0 0 0,-1 0-1 0 0,1 1 1 0 0,0-1 0 0 0,-1 1-1 0 0,1-1 1 0 0,-1 1 0 0 0,1 0-1 0 0,-1 0 1 0 0,1 0 0 0 0,-1 0-1 0 0,1 1 1 0 0,-1-1 0 0 0,0 1-1 0 0,0-1 1 0 0,0 1 0 0 0,0 0-1 0 0,3 2 1 0 0,0 3-12 0 0,0-1 1 0 0,-1 1-1 0 0,0 0 0 0 0,0 0 0 0 0,0 0 0 0 0,-1 1 0 0 0,0 0 1 0 0,-1-1-1 0 0,3 10 0 0 0,1 12 13 0 0,3 31 0 0 0,-9-59-16 0 0,5 54-37 0 0,-3 1 1 0 0,-7 88-1 0 0,-27 109-123 0 0,31-247 158 0 0,-3 27-821 0 0,-3 0 0 0 0,-14 47 0 0 0,12-59-7028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2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61 18887 0 0,'-15'0'832'0'0,"9"0"184"0"0,4 0-816 0 0,2-3-200 0 0,2 3 0 0 0,4-3 0 0 0,3 0 288 0 0,3-2 24 0 0,11-1 0 0 0,12-3 0 0 0,8-3 0 0 0,9 4 0 0 0,4 2 0 0 0,-1 3 0 0 0,0 0-312 0 0,0 3 0 0 0,-3 3 0 0 0,1 0-9368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3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51 347 9215 0 0,'-2'5'333'0'0,"0"-1"0"0"0,0 1 0 0 0,0 0 0 0 0,1-1-1 0 0,0 1 1 0 0,-1 0 0 0 0,2 0 0 0 0,-1 0 0 0 0,0 6 0 0 0,-2 14 1212 0 0,-10 64 277 0 0,5 0 0 0 0,3 0 1 0 0,7 96-1 0 0,-1-171-1735 0 0,0-8-65 0 0,0-1-1 0 0,-1 1 0 0 0,0 0 0 0 0,0 0 1 0 0,-1-1-1 0 0,1 1 0 0 0,-1 0 0 0 0,-2 6 0 0 0,3-12-20 0 0,0 0-1 0 0,0 0 0 0 0,0 0 0 0 0,0 0 0 0 0,0 0 0 0 0,0 0 0 0 0,0-1 0 0 0,0 1 0 0 0,0 0 0 0 0,0 0 0 0 0,0 0 0 0 0,0 0 0 0 0,0 0 0 0 0,0 0 0 0 0,-1 0 0 0 0,1 0 0 0 0,0 0 0 0 0,0-1 0 0 0,0 1 1 0 0,0 0-1 0 0,0 0 0 0 0,0 0 0 0 0,0 0 0 0 0,0 0 0 0 0,0 0 0 0 0,0 0 0 0 0,0 0 0 0 0,-1 0 0 0 0,1 0 0 0 0,0 0 0 0 0,0 0 0 0 0,0 0 0 0 0,0 0 0 0 0,0 0 0 0 0,0 0 0 0 0,0 0 0 0 0,0 0 0 0 0,-1 0 0 0 0,1 0 1 0 0,0 0-1 0 0,0 0 0 0 0,0 0 0 0 0,0 0 0 0 0,0 0 0 0 0,0 0 0 0 0,0 0 0 0 0,-1 0 0 0 0,1 0 0 0 0,0 0 0 0 0,0 0 0 0 0,0 0 0 0 0,0 0 0 0 0,0 0 0 0 0,0 0 0 0 0,0 0 0 0 0,0 0 0 0 0,0 1 0 0 0,0-1 0 0 0,-1 0 1 0 0,0-12-51 0 0,1 11 44 0 0,-2-37-7 0 0,3 1-1 0 0,1 0 1 0 0,7-42-1 0 0,-4 44 93 0 0,1-11 48 0 0,2 0 0 0 0,3 1 0 0 0,1 0 1 0 0,20-47-1 0 0,-20 62-47 0 0,3 0-1 0 0,0 1 1 0 0,2 0 0 0 0,1 1 0 0 0,1 1-1 0 0,34-36 1 0 0,-31 40-26 0 0,1 1 0 0 0,2 1-1 0 0,0 1 1 0 0,0 1 0 0 0,2 1 0 0 0,29-14-1 0 0,-41 25-9 0 0,1 0 0 0 0,-1 1 0 0 0,1 0 0 0 0,0 1 0 0 0,0 1 0 0 0,0 1 0 0 0,1 0 0 0 0,-1 1 0 0 0,1 1 0 0 0,0 0 0 0 0,-1 2 0 0 0,1 0 0 0 0,20 3 0 0 0,-30-2-17 0 0,0-1 0 0 0,0 1-1 0 0,-1 1 1 0 0,1-1 0 0 0,-1 1 0 0 0,0 0-1 0 0,0 1 1 0 0,0 0 0 0 0,0-1 0 0 0,6 7-1 0 0,-8-7-9 0 0,-1 1 0 0 0,0-1-1 0 0,1 1 1 0 0,-1 0-1 0 0,-1 0 1 0 0,1 0 0 0 0,-1 1-1 0 0,0-1 1 0 0,0 0-1 0 0,0 1 1 0 0,0 0 0 0 0,-1-1-1 0 0,1 1 1 0 0,-1 0 0 0 0,0 5-1 0 0,0 4-3 0 0,-1 1 0 0 0,0 0 0 0 0,-1-1 0 0 0,-1 1-1 0 0,0-1 1 0 0,-7 24 0 0 0,1-14-56 0 0,-1 0 0 0 0,-1 0 0 0 0,-12 22-1 0 0,9-25-35 0 0,0-1-1 0 0,-1 0 1 0 0,-1-1-1 0 0,-1 0 1 0 0,-1-2-1 0 0,0 0 1 0 0,-39 30-1 0 0,38-34-183 0 0,-1-1 0 0 0,0-1 0 0 0,-1 0 0 0 0,0-2 0 0 0,-1 0 0 0 0,0-1 0 0 0,0-1 0 0 0,-41 7 0 0 0,45-12-272 0 0,0 0 1 0 0,-1-2 0 0 0,1 0 0 0 0,0-1 0 0 0,0-1 0 0 0,-19-3 0 0 0,33 4 537 0 0,0 0 0 0 0,0 0 0 0 0,1 0 0 0 0,-1 0 0 0 0,0-1 0 0 0,-4-2 0 0 0,7 4 13 0 0,0 0-1 0 0,0 0 0 0 0,-1 0 0 0 0,1 0 0 0 0,0 0 1 0 0,0-1-1 0 0,0 1 0 0 0,-1 0 0 0 0,1 0 1 0 0,0 0-1 0 0,0 0 0 0 0,0-1 0 0 0,0 1 0 0 0,0 0 1 0 0,0 0-1 0 0,-1 0 0 0 0,1-1 0 0 0,0 1 1 0 0,0 0-1 0 0,0 0 0 0 0,0-1 0 0 0,0 1 1 0 0,0 0-1 0 0,0 0 0 0 0,0 0 0 0 0,0-1 0 0 0,0 1 1 0 0,0 0-1 0 0,0 0 0 0 0,0-1 0 0 0,0 1 1 0 0,1-1 72 0 0,0 1 1 0 0,-1-1-1 0 0,1 0 1 0 0,0 1-1 0 0,-1 0 1 0 0,1-1 0 0 0,0 1-1 0 0,0-1 1 0 0,-1 1-1 0 0,1 0 1 0 0,0-1-1 0 0,0 1 1 0 0,0 0 0 0 0,1 0-1 0 0,22-5 505 0 0,1 2-1 0 0,0 1 1 0 0,0 1-1 0 0,0 1 1 0 0,46 6-1 0 0,122 35-2 0 0,-103-16-320 0 0,56 14 67 0 0,-110-31-342 0 0,0-2-1 0 0,42 1 1 0 0,-67-6-422 0 0,1-1-1 0 0,-1-1 1 0 0,1 0 0 0 0,-1 0-1 0 0,18-5 1 0 0,-8-3-7357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3.5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477 522 11975 0 0,'21'-6'774'0'0,"-11"4"-607"0"0,0-1 0 0 0,-1 0 0 0 0,1 0 0 0 0,-1-1 0 0 0,0-1 0 0 0,0 1 0 0 0,10-8 0 0 0,-14 9-24 0 0,43-31 1677 0 0,66-62 0 0 0,-100 83-1601 0 0,-1 0-1 0 0,-1-1 1 0 0,0-1-1 0 0,-1 0 1 0 0,-1-1 0 0 0,0 0-1 0 0,-1 0 1 0 0,-1-1-1 0 0,7-22 1 0 0,-13 33-204 0 0,0 0 1 0 0,0-1 0 0 0,-1 1-1 0 0,0-1 1 0 0,0 1-1 0 0,-1-1 1 0 0,0 1-1 0 0,0-1 1 0 0,0 1-1 0 0,-1-1 1 0 0,0 1 0 0 0,0-1-1 0 0,-5-12 1 0 0,4 15-16 0 0,0 0 0 0 0,0 0 1 0 0,-1 0-1 0 0,0 0 1 0 0,1 0-1 0 0,-1 0 1 0 0,0 1-1 0 0,-1-1 0 0 0,1 1 1 0 0,-1 0-1 0 0,0 0 1 0 0,1 0-1 0 0,-1 1 1 0 0,0-1-1 0 0,-1 1 0 0 0,1 0 1 0 0,0 0-1 0 0,-1 0 1 0 0,1 1-1 0 0,-6-2 1 0 0,-3 1-40 0 0,0 0 0 0 0,1 1 0 0 0,-1 0 0 0 0,0 1 1 0 0,1 1-1 0 0,-1 0 0 0 0,0 0 0 0 0,1 1 0 0 0,-23 7 1 0 0,4 1-85 0 0,1 2 1 0 0,-48 24 0 0 0,49-19 160 0 0,0 1 1 0 0,1 1-1 0 0,-49 44 1 0 0,35-22 294 0 0,-52 66 1 0 0,64-69 38 0 0,2 0 0 0 0,2 3 0 0 0,-22 44 0 0 0,36-61-230 0 0,2 0 0 0 0,0 1-1 0 0,2 1 1 0 0,1-1 0 0 0,0 1-1 0 0,2 0 1 0 0,-1 30-1 0 0,5-45-89 0 0,1 0 0 0 0,0-1 0 0 0,1 1 0 0 0,0 0 0 0 0,1-1-1 0 0,0 1 1 0 0,0-1 0 0 0,1 0 0 0 0,5 11 0 0 0,-5-14-34 0 0,0-1 1 0 0,1 0-1 0 0,-1-1 1 0 0,1 1-1 0 0,1-1 1 0 0,-1 0-1 0 0,1 0 1 0 0,0 0-1 0 0,0 0 1 0 0,0-1 0 0 0,0 0-1 0 0,1 0 1 0 0,0 0-1 0 0,0-1 1 0 0,9 4-1 0 0,6 1-2 0 0,-1-2-1 0 0,1 0 1 0 0,0-1 0 0 0,1-2-1 0 0,-1 0 1 0 0,40 0 0 0 0,1-4-346 0 0,67-11-1 0 0,-70 3-246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24.0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13 998 15199 0 0,'0'0'6'0'0,"-3"-12"390"0"0,0 1-1 0 0,1-1 1 0 0,0 0-1 0 0,0 0 1 0 0,2 0 0 0 0,-1 0-1 0 0,3-22 1 0 0,18-83 1007 0 0,5 0 0 0 0,46-132 0 0 0,-52 195-1304 0 0,3 0 0 0 0,1 1 0 0 0,44-70 0 0 0,-56 105-99 0 0,25-28 0 0 0,-31 40 0 0 0,-1 1 0 0 0,2 0 0 0 0,-1 0 0 0 0,0 1 0 0 0,1 0 0 0 0,0 0 0 0 0,0 0 0 0 0,0 0 0 0 0,7-2 0 0 0,-12 6-3 0 0,0-1 0 0 0,0 1 0 0 0,0 0 0 0 0,-1-1 0 0 0,1 1 0 0 0,0 0 0 0 0,0 0 0 0 0,0-1-1 0 0,0 1 1 0 0,0 0 0 0 0,-1 0 0 0 0,1 0 0 0 0,0 0 0 0 0,0 0 0 0 0,0 0 0 0 0,0 1 0 0 0,0-1 0 0 0,0 0 0 0 0,-1 0 0 0 0,1 1-1 0 0,0-1 1 0 0,0 0 0 0 0,0 1 0 0 0,-1-1 0 0 0,1 1 0 0 0,0-1 0 0 0,0 1 0 0 0,-1-1 0 0 0,1 1 0 0 0,0-1 0 0 0,-1 1 0 0 0,1 0 0 0 0,-1-1-1 0 0,1 1 1 0 0,-1 0 0 0 0,1 0 0 0 0,-1-1 0 0 0,0 1 0 0 0,1 0 0 0 0,-1 0 0 0 0,0 0 0 0 0,1 0 0 0 0,-1-1 0 0 0,0 1 0 0 0,0 0-1 0 0,0 0 1 0 0,0 0 0 0 0,0 1 0 0 0,0 6-62 0 0,0 0 0 0 0,0 1 0 0 0,-1-1 0 0 0,-2 9 0 0 0,3-11 9 0 0,-8 30-768 0 0,-1-1-1 0 0,-27 64 1 0 0,2-6-1085 0 0,32-87 1749 0 0,1-1 0 0 0,-1 1 0 0 0,1 0 1 0 0,0 0-1 0 0,0 0 0 0 0,0 0 1 0 0,1 0-1 0 0,1 8 0 0 0,-1-13 175 0 0,0-1 0 0 0,0 1 0 0 0,1 0-1 0 0,-1-1 1 0 0,0 1 0 0 0,1 0 0 0 0,-1-1-1 0 0,1 1 1 0 0,-1 0 0 0 0,1-1 0 0 0,-1 1-1 0 0,1-1 1 0 0,-1 1 0 0 0,1-1 0 0 0,0 1-1 0 0,-1-1 1 0 0,1 1 0 0 0,0-1 0 0 0,-1 0 0 0 0,1 1-1 0 0,0-1 1 0 0,-1 0 0 0 0,1 1 0 0 0,0-1-1 0 0,0 0 1 0 0,-1 0 0 0 0,1 0 0 0 0,0 0-1 0 0,0 0 1 0 0,-1 0 0 0 0,1 0 0 0 0,0 0 0 0 0,0 0-1 0 0,0 0 1 0 0,0-1 0 0 0,31-6 837 0 0,-28 6-740 0 0,32-12 594 0 0,-18 7-395 0 0,29-7 0 0 0,-28 9-304 0 0,1 0-1 0 0,0 2 1 0 0,0 0-1 0 0,0 1 1 0 0,0 1-1 0 0,23 4 1 0 0,-37-3-94 0 0,0 0-1 0 0,0 0 1 0 0,-1 1-1 0 0,1 0 1 0 0,-1 0 0 0 0,1 1-1 0 0,-1 0 1 0 0,0 0-1 0 0,0 0 1 0 0,9 7 0 0 0,-11-7-51 0 0,1 1 1 0 0,-1 0-1 0 0,0 0 1 0 0,0 0 0 0 0,0 0-1 0 0,-1 0 1 0 0,0 1 0 0 0,1-1-1 0 0,-2 1 1 0 0,1 0 0 0 0,0-1-1 0 0,-1 1 1 0 0,0 0 0 0 0,1 9-1 0 0,-1-3-35 0 0,-1 0 1 0 0,0 1-1 0 0,-1-1 0 0 0,0 0 0 0 0,-1 0 0 0 0,0 0 0 0 0,-1 0 0 0 0,-5 14 1 0 0,-7 11 87 0 0,-19 36 1 0 0,22-49 132 0 0,-1 2 366 0 0,-23 34 0 0 0,35-58-370 0 0,1-1-1 0 0,0 1 1 0 0,-1 0-1 0 0,1-1 1 0 0,-1 1-1 0 0,1-1 1 0 0,-1 1-1 0 0,1-1 1 0 0,-1 1-1 0 0,0-1 1 0 0,1 1-1 0 0,-1-1 1 0 0,1 1-1 0 0,-1-1 1 0 0,0 0-1 0 0,0 1 1 0 0,0-1-1 0 0,1 0-6 0 0,-1 0-1 0 0,1 0 0 0 0,0 0 0 0 0,0 0 1 0 0,-1-1-1 0 0,1 1 0 0 0,0 0 0 0 0,-1 0 1 0 0,1 0-1 0 0,0 0 0 0 0,0 0 0 0 0,-1-1 1 0 0,1 1-1 0 0,0 0 0 0 0,0 0 0 0 0,0-1 1 0 0,-1 1-1 0 0,1 0 0 0 0,0 0 0 0 0,0-1 1 0 0,0 1-1 0 0,0 0 0 0 0,-1 0 0 0 0,1-1 1 0 0,0 1-1 0 0,0-1 0 0 0,-1-2 223 0 0,0-1 0 0 0,1 0 0 0 0,-1 0-1 0 0,1-7 1 0 0,1-5 240 0 0,1-1-1 0 0,1 1 1 0 0,6-23 0 0 0,-1 7-64 0 0,3-21-75 0 0,100-369 770 0 0,-105 403-1122 0 0,2 0 0 0 0,0 0 0 0 0,2 0 0 0 0,0 2 0 0 0,13-20 0 0 0,-6 20-1578 0 0,-4 11-5980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4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3 936 6447 0 0,'-1'7'264'0'0,"0"-1"0"0"0,1 0 0 0 0,-1 1 0 0 0,2-1 0 0 0,-1 0 0 0 0,1 1 0 0 0,-1-1 0 0 0,2 0-1 0 0,-1 0 1 0 0,1 1 0 0 0,0-1 0 0 0,5 10 0 0 0,-3-7 130 0 0,0 0 1 0 0,1-1-1 0 0,1 0 0 0 0,-1 0 1 0 0,1 0-1 0 0,0 0 0 0 0,13 10 1 0 0,-14-13-179 0 0,1-1 1 0 0,0-1 0 0 0,0 1-1 0 0,1-1 1 0 0,-1 0 0 0 0,1 0-1 0 0,-1-1 1 0 0,1 1-1 0 0,0-2 1 0 0,0 1 0 0 0,0-1-1 0 0,0 0 1 0 0,0 0 0 0 0,0-1-1 0 0,0 0 1 0 0,14-2 0 0 0,1-1 362 0 0,1-2-1 0 0,-1 0 1 0 0,42-16 0 0 0,-19 2 47 0 0,0-1 1 0 0,-2-2-1 0 0,64-44 0 0 0,-50 25-147 0 0,96-92 0 0 0,-117 100-443 0 0,48-51 53 0 0,-75 73-82 0 0,0 0 1 0 0,0-1-1 0 0,-1 0 0 0 0,-1 0 1 0 0,12-27-1 0 0,-18 38-11 0 0,-1 0-1 0 0,1 0 0 0 0,-1-1 1 0 0,1 1-1 0 0,-1 0 1 0 0,0 0-1 0 0,0-1 1 0 0,0 1-1 0 0,0 0 1 0 0,0-1-1 0 0,0 1 0 0 0,0 0 1 0 0,0 0-1 0 0,0-1 1 0 0,-1 1-1 0 0,1 0 1 0 0,0-1-1 0 0,-1 1 1 0 0,1 0-1 0 0,-2-1 0 0 0,1 0-14 0 0,0 0 0 0 0,-1 1 0 0 0,1-1-1 0 0,-1 1 1 0 0,1-1 0 0 0,-1 1-1 0 0,0 0 1 0 0,1-1 0 0 0,-1 1-1 0 0,0 0 1 0 0,-3-1 0 0 0,-3-1-89 0 0,-2 0 0 0 0,1 1 0 0 0,0 0 0 0 0,-12-2 1 0 0,-94-9-1211 0 0,-79-13-122 0 0,153 18 1594 0 0,1-1 0 0 0,-65-25 0 0 0,101 32-82 0 0,0 1 1 0 0,0-1 0 0 0,1 0-1 0 0,-1 0 1 0 0,1 0 0 0 0,-1 0-1 0 0,1-1 1 0 0,-1 1 0 0 0,1-1-1 0 0,0 0 1 0 0,0 0 0 0 0,1 0-1 0 0,-1-1 1 0 0,1 1 0 0 0,-1-1 0 0 0,1 1-1 0 0,0-1 1 0 0,0 0 0 0 0,1 0-1 0 0,-1 0 1 0 0,1 0 0 0 0,0 0-1 0 0,0 0 1 0 0,0 0 0 0 0,0 0-1 0 0,1 0 1 0 0,0 0 0 0 0,0-1-1 0 0,0 1 1 0 0,0 0 0 0 0,1 0-1 0 0,-1 0 1 0 0,1 0 0 0 0,2-6 0 0 0,2-6-16 0 0,0-1 1 0 0,2 1-1 0 0,0 0 1 0 0,1 1 0 0 0,0 0-1 0 0,1 0 1 0 0,1 1 0 0 0,1 0-1 0 0,-1 0 1 0 0,2 1 0 0 0,0 1-1 0 0,1 0 1 0 0,0 1 0 0 0,1 0-1 0 0,19-12 1 0 0,-17 12-198 0 0,2 1-1 0 0,-1 0 1 0 0,1 1 0 0 0,1 1-1 0 0,-1 1 1 0 0,1 1-1 0 0,0 0 1 0 0,1 1 0 0 0,0 1-1 0 0,-1 1 1 0 0,1 1 0 0 0,0 1-1 0 0,38 2 1 0 0,-14 4-7399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5.4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59 273 4607 0 0,'-8'33'901'0'0,"3"1"0"0"0,0-1 0 0 0,1 40 0 0 0,2-24-167 0 0,-5 51 891 0 0,-9 210 2820 0 0,16-307-4405 0 0,0 7 100 0 0,0 0 1 0 0,1 0-1 0 0,0 0 0 0 0,3 13 1 0 0,-4-22-136 0 0,0-1-1 0 0,0 0 1 0 0,0 0 0 0 0,0 1 0 0 0,0-1 0 0 0,0 0 0 0 0,0 0 0 0 0,0 1 0 0 0,0-1 0 0 0,0 0 0 0 0,0 0 0 0 0,0 1 0 0 0,1-1 0 0 0,-1 0 0 0 0,0 0-1 0 0,0 1 1 0 0,0-1 0 0 0,0 0 0 0 0,0 0 0 0 0,1 0 0 0 0,-1 0 0 0 0,0 1 0 0 0,0-1 0 0 0,0 0 0 0 0,1 0 0 0 0,-1 0 0 0 0,0 0 0 0 0,0 0 0 0 0,1 1 0 0 0,-1-1-1 0 0,4-7 174 0 0,0-12 136 0 0,1-79 1058 0 0,-7-109 0 0 0,-28-97-482 0 0,29 293-844 0 0,0 1-1 0 0,0-2 0 0 0,2-17 1 0 0,-1 26-25 0 0,1-1-1 0 0,-1 0 1 0 0,1 1 0 0 0,0-1 0 0 0,0 1 0 0 0,0 0 0 0 0,1-1 0 0 0,-1 1 0 0 0,1 0 0 0 0,0 0 0 0 0,0 0 0 0 0,0 0-1 0 0,0 0 1 0 0,1 0 0 0 0,3-3 0 0 0,31-22 104 0 0,1 1-1 0 0,80-42 1 0 0,-83 52-120 0 0,45-16-1 0 0,-44 20-3 0 0,-13 4-165 0 0,0 2-1 0 0,0 1 0 0 0,1 0 1 0 0,-1 2-1 0 0,1 1 1 0 0,39-1-1 0 0,-28 4-1027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5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90 13359 0 0,'-2'2'150'0'0,"-6"4"672"0"0,8-6-810 0 0,0 1-1 0 0,0-1 1 0 0,0 0-1 0 0,0 0 1 0 0,0 0 0 0 0,0 1-1 0 0,0-1 1 0 0,0 0 0 0 0,0 0-1 0 0,0 0 1 0 0,0 1-1 0 0,0-1 1 0 0,0 0 0 0 0,0 0-1 0 0,0 0 1 0 0,0 1-1 0 0,0-1 1 0 0,0 0 0 0 0,0 0-1 0 0,0 0 1 0 0,1 0 0 0 0,-1 1-1 0 0,0-1 1 0 0,0 0-1 0 0,0 0 1 0 0,0 0 0 0 0,0 0-1 0 0,1 0 1 0 0,-1 1-1 0 0,0-1 1 0 0,0 0 0 0 0,0 0-1 0 0,0 0 1 0 0,1 0 0 0 0,-1 0-1 0 0,0 0 1 0 0,0 0-1 0 0,0 0 1 0 0,1 0 0 0 0,-1 0-1 0 0,2 1 70 0 0,-1-1-1 0 0,0-1 0 0 0,1 1 1 0 0,-1 0-1 0 0,1 0 0 0 0,-1 0 1 0 0,0-1-1 0 0,1 1 1 0 0,1-1-1 0 0,6-2 562 0 0,184-41 2919 0 0,4-1-3701 0 0,-150 39-4607 0 0,-1 2-1661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5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2 210 14279 0 0,'0'1'70'0'0,"-1"0"-1"0"0,1-1 1 0 0,0 1 0 0 0,0 0-1 0 0,0 0 1 0 0,0 0-1 0 0,-1 0 1 0 0,1 0-1 0 0,1 0 1 0 0,-1 0-1 0 0,0 0 1 0 0,0 0 0 0 0,0 0-1 0 0,0-1 1 0 0,1 1-1 0 0,-1 0 1 0 0,0 0-1 0 0,1 1 1 0 0,0-1-54 0 0,0 0 0 0 0,0-1 0 0 0,-1 1-1 0 0,1-1 1 0 0,0 0 0 0 0,0 1 0 0 0,0-1 0 0 0,0 0 0 0 0,-1 1 0 0 0,1-1-1 0 0,0 0 1 0 0,0 0 0 0 0,0 0 0 0 0,0 0 0 0 0,0 0 0 0 0,0 0 0 0 0,0 0-1 0 0,0 0 1 0 0,0 0 0 0 0,1 0 0 0 0,59-11 1747 0 0,107-33 1 0 0,-101 24-1026 0 0,230-60 1342 0 0,6 23-2746 0 0,-236 48 179 0 0,-3-2-8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6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250 338 9671 0 0,'-16'13'286'0'0,"1"0"1"0"0,1 1-1 0 0,0 0 0 0 0,0 1 0 0 0,2 1 0 0 0,-21 32 0 0 0,-51 130 3406 0 0,74-151-2983 0 0,1 1 0 0 0,1 0 0 0 0,1 0 0 0 0,-5 51 0 0 0,11-69-478 0 0,1 0 0 0 0,0 0-1 0 0,0 0 1 0 0,1 0 0 0 0,1 0-1 0 0,-1 1 1 0 0,2-2 0 0 0,4 14-1 0 0,-5-18-155 0 0,0 0-1 0 0,0 0 0 0 0,1 0 0 0 0,0-1 0 0 0,0 1 0 0 0,0-1 0 0 0,1 0 0 0 0,-1 0 0 0 0,1 0 0 0 0,0 0 0 0 0,0-1 0 0 0,1 1 0 0 0,-1-1 0 0 0,1 0 0 0 0,-1-1 0 0 0,1 1 0 0 0,6 2 0 0 0,-2-2-31 0 0,1-1 0 0 0,-1 0 0 0 0,1 0 0 0 0,0 0 0 0 0,-1-2 0 0 0,1 1 0 0 0,0-1-1 0 0,0 0 1 0 0,-1-1 0 0 0,1 0 0 0 0,13-4 0 0 0,3-2 1 0 0,0-1 0 0 0,46-20 0 0 0,-43 14-44 0 0,-1-1 0 0 0,-1-2 0 0 0,-1-1 0 0 0,0 0 0 0 0,-2-2 0 0 0,0-1 0 0 0,-1-1 0 0 0,-1-1 0 0 0,33-45 0 0 0,-35 39 0 0 0,-1-1 0 0 0,-1-1 0 0 0,-1 0 0 0 0,-2-1 0 0 0,-1-1 0 0 0,-2-1 0 0 0,-1 1 0 0 0,9-52 0 0 0,-16 60-19 0 0,-1 0 0 0 0,-2-1 1 0 0,0 1-1 0 0,-2 0 0 0 0,-4-29 0 0 0,3 37 4 0 0,-1 0-1 0 0,-1 0 0 0 0,-1 1 1 0 0,0 0-1 0 0,-2-1 1 0 0,1 2-1 0 0,-2-1 0 0 0,-13-20 1 0 0,18 31 9 0 0,-1 0 1 0 0,0 0-1 0 0,0 0 1 0 0,0 1-1 0 0,-1 0 1 0 0,1 0-1 0 0,-1 0 1 0 0,-9-5-1 0 0,12 7 2 0 0,-1 1 1 0 0,0 0-1 0 0,1 0 0 0 0,-1 0 1 0 0,0 0-1 0 0,0 0 0 0 0,0 1 0 0 0,0-1 1 0 0,1 1-1 0 0,-1 0 0 0 0,0-1 0 0 0,0 1 1 0 0,0 1-1 0 0,0-1 0 0 0,0 0 0 0 0,0 1 1 0 0,0 0-1 0 0,0-1 0 0 0,0 1 1 0 0,-3 2-1 0 0,1 0 0 0 0,-1 1 0 0 0,0-1 0 0 0,1 1 1 0 0,-1 0-1 0 0,1 1 0 0 0,0-1 0 0 0,1 1 0 0 0,-1 0 1 0 0,1 1-1 0 0,-7 10 0 0 0,-3 7-12 0 0,-14 35 0 0 0,22-45 15 0 0,-18 44-217 0 0,-24 86 0 0 0,27-66-266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7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673 83 4143 0 0,'-1'0'36'0'0,"1"1"0"0"0,-1-1-1 0 0,1 0 1 0 0,-1 0-1 0 0,0 0 1 0 0,1 0-1 0 0,-1 0 1 0 0,1 0-1 0 0,-1 0 1 0 0,0 0-1 0 0,1 0 1 0 0,-1 0-1 0 0,1 0 1 0 0,-1 0-1 0 0,1-1 1 0 0,-1 1 0 0 0,1 0-1 0 0,-1 0 1 0 0,1 0-1 0 0,-1-1 1 0 0,1 1-1 0 0,-1 0 1 0 0,1-1-1 0 0,-1 1 1 0 0,1-1-1 0 0,-1 1 1 0 0,1 0-1 0 0,0-1 1 0 0,-1 1 0 0 0,1-1-1 0 0,0 1 1 0 0,-1-1-1 0 0,1 1 1 0 0,0-1-1 0 0,-1 0 1 0 0,-8-9 862 0 0,-6-2-77 0 0,3 3 275 0 0,-1-1-1 0 0,-23-11 0 0 0,33 19-908 0 0,-1 0-1 0 0,0 0 1 0 0,0 1 0 0 0,0 0-1 0 0,0-1 1 0 0,0 2-1 0 0,0-1 1 0 0,0 0 0 0 0,0 1-1 0 0,-1 0 1 0 0,1 0-1 0 0,0 0 1 0 0,0 0 0 0 0,0 1-1 0 0,-5 0 1 0 0,0 3 85 0 0,-1 0-1 0 0,0 0 1 0 0,1 1-1 0 0,0 0 1 0 0,0 1-1 0 0,0 0 1 0 0,1 0 0 0 0,0 1-1 0 0,0 0 1 0 0,-10 12-1 0 0,-7 11 332 0 0,-30 45-1 0 0,54-73-579 0 0,-60 91 295 0 0,4 2 0 0 0,-83 193 0 0 0,126-253-136 0 0,-16 68 0 0 0,26-86-96 0 0,1 1 0 0 0,1 0 0 0 0,1-1 0 0 0,0 1 0 0 0,4 35 0 0 0,-2-46 1 0 0,0-1 0 0 0,1 1 0 0 0,0-1 0 0 0,0 0 0 0 0,0 1 0 0 0,1-1 0 0 0,0 0 0 0 0,0 0 0 0 0,1-1 0 0 0,4 8 0 0 0,-5-10-40 0 0,-1 0 1 0 0,1 0-1 0 0,0-1 0 0 0,0 1 1 0 0,0-1-1 0 0,0 1 0 0 0,0-1 1 0 0,1 0-1 0 0,-1 0 0 0 0,1 0 1 0 0,-1-1-1 0 0,1 1 0 0 0,0-1 1 0 0,-1 0-1 0 0,1 0 0 0 0,0 0 1 0 0,0-1-1 0 0,7 1 0 0 0,0-2-19 0 0,-1 0-1 0 0,0-1 1 0 0,0 0-1 0 0,1 0 1 0 0,-1-1-1 0 0,-1 0 1 0 0,1-1-1 0 0,0 0 1 0 0,-1-1 0 0 0,11-7-1 0 0,4-4 37 0 0,0-1 1 0 0,30-29-1 0 0,-23 17-4 0 0,-1-1 1 0 0,-2-2-1 0 0,-1-1 0 0 0,-2-1 0 0 0,-1-1 0 0 0,31-60 0 0 0,-54 93-59 0 0,6-14 5 0 0,9-24 0 0 0,-14 37-7 0 0,-1-1 0 0 0,0 0 0 0 0,-1 1-1 0 0,1-1 1 0 0,-1 0 0 0 0,1 0-1 0 0,-1 1 1 0 0,0-1 0 0 0,0 0-1 0 0,-1 0 1 0 0,1 1 0 0 0,-1-1-1 0 0,-1-4 1 0 0,2 7-5 0 0,-1 1 0 0 0,1-1 0 0 0,0 0 0 0 0,-1 0 0 0 0,1 0-1 0 0,-1 0 1 0 0,1 1 0 0 0,-1-1 0 0 0,0 0 0 0 0,1 1 0 0 0,-1-1 0 0 0,0 0 0 0 0,1 1 0 0 0,-1-1-1 0 0,0 1 1 0 0,0-1 0 0 0,0 1 0 0 0,1-1 0 0 0,-1 1 0 0 0,0 0 0 0 0,0-1 0 0 0,0 1 0 0 0,-1 0-1 0 0,0 0-4 0 0,0 0-1 0 0,0 0 0 0 0,-1 0 1 0 0,1 0-1 0 0,0 0 0 0 0,0 1 0 0 0,0-1 1 0 0,0 1-1 0 0,-4 1 0 0 0,-3 2-35 0 0,0 1 1 0 0,0 0-1 0 0,-10 8 0 0 0,18-12 42 0 0,-17 12-77 0 0,0 2 0 0 0,0 0 0 0 0,-23 28 0 0 0,40-43 86 0 0,1 1-1 0 0,0-1 1 0 0,-1 0-1 0 0,1 1 1 0 0,-1-1-1 0 0,1 1 1 0 0,0-1-1 0 0,0 1 1 0 0,-1-1-1 0 0,1 1 1 0 0,0-1 0 0 0,0 1-1 0 0,-1-1 1 0 0,1 1-1 0 0,0-1 1 0 0,0 1-1 0 0,0-1 1 0 0,0 1-1 0 0,6 1 196 0 0,16-11 119 0 0,99-61 250 0 0,-36 20-532 0 0,124-54 0 0 0,-189 96-633 0 0,1 1 0 0 0,0 1 0 0 0,43-6 0 0 0,-31 8-6727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7.9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204 316 7831 0 0,'-17'28'442'0'0,"-2"3"321"0"0,-25 59 0 0 0,30-57 260 0 0,-65 190 3161 0 0,75-210-3985 0 0,-19 93 1887 0 0,21-95-1796 0 0,1-1 0 0 0,0 1 1 0 0,1 0-1 0 0,0 0 0 0 0,1 0 0 0 0,0 0 0 0 0,5 17 1 0 0,-5-25-224 0 0,0 1 1 0 0,0-1-1 0 0,0 0 1 0 0,0 1 0 0 0,1-1-1 0 0,-1 0 1 0 0,1 0-1 0 0,0 0 1 0 0,0-1 0 0 0,0 1-1 0 0,0 0 1 0 0,1-1-1 0 0,-1 1 1 0 0,1-1 0 0 0,-1 0-1 0 0,1 0 1 0 0,0 0-1 0 0,0 0 1 0 0,0 0 0 0 0,0 0-1 0 0,0-1 1 0 0,0 0-1 0 0,1 0 1 0 0,-1 0 0 0 0,0 0-1 0 0,1 0 1 0 0,-1 0-1 0 0,1-1 1 0 0,-1 0 0 0 0,7 0-1 0 0,-1 0 8 0 0,1-2-1 0 0,0 1 1 0 0,-1-2-1 0 0,1 1 0 0 0,-1-1 1 0 0,1-1-1 0 0,-1 1 1 0 0,0-1-1 0 0,14-10 1 0 0,3-3-31 0 0,-1-1 0 0 0,-1-2 0 0 0,-1 0 0 0 0,-1-2 1 0 0,-1 0-1 0 0,0-2 0 0 0,22-34 0 0 0,-12 10-30 0 0,-2-1 1 0 0,-2-1-1 0 0,22-60 0 0 0,-35 76-34 0 0,-2-1 1 0 0,-2 0-1 0 0,12-72 0 0 0,-20 90 1 0 0,0 0 1 0 0,-2-1-1 0 0,0 0 1 0 0,0 1-1 0 0,-2 0 0 0 0,-1-1 1 0 0,0 1-1 0 0,-1 0 0 0 0,0 0 1 0 0,-11-24-1 0 0,12 34 2 0 0,0 1 0 0 0,-1 0-1 0 0,0-1 1 0 0,0 1 0 0 0,0 1 0 0 0,-1-1 0 0 0,0 1-1 0 0,0-1 1 0 0,0 1 0 0 0,-11-7 0 0 0,12 9 2 0 0,1 1 0 0 0,-1 0 0 0 0,0 1 0 0 0,1-1 0 0 0,-1 0 0 0 0,0 1 0 0 0,0 0 0 0 0,0 0 0 0 0,0 0 0 0 0,0 1 1 0 0,0-1-1 0 0,0 1 0 0 0,0 0 0 0 0,-1 0 0 0 0,1 0 0 0 0,0 1 0 0 0,0 0 0 0 0,0-1 0 0 0,0 1 0 0 0,-6 3 0 0 0,0 1-43 0 0,-1 0 0 0 0,1 0-1 0 0,1 1 1 0 0,-1 1 0 0 0,1-1-1 0 0,0 2 1 0 0,0-1-1 0 0,-12 16 1 0 0,-3 6-66 0 0,-26 42 1 0 0,45-65 116 0 0,-25 43-380 0 0,1 0 0 0 0,3 2 1 0 0,-24 64-1 0 0,45-102 7 0 0,1 0-1 0 0,0 0 1 0 0,1 1 0 0 0,-1 16 0 0 0,3 1-1150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8.3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154 267 11519 0 0,'-15'22'423'0'0,"-2"2"30"0"0,1 1 0 0 0,2 0 0 0 0,-23 52 0 0 0,-5 59 2640 0 0,38-118-2696 0 0,1 0 0 0 0,0 1 0 0 0,2-1 0 0 0,0 1 1 0 0,2 31-1 0 0,0-43-204 0 0,0 1 0 0 0,1-1 1 0 0,0 0-1 0 0,0 0 0 0 0,0 0 0 0 0,4 8 1 0 0,-4-12-125 0 0,0 0 1 0 0,0 0 0 0 0,0 0-1 0 0,0 0 1 0 0,0 0 0 0 0,1 0-1 0 0,-1 0 1 0 0,1-1-1 0 0,0 1 1 0 0,0-1 0 0 0,0 0-1 0 0,0 0 1 0 0,0 0 0 0 0,4 1-1 0 0,1 0-12 0 0,0 0 0 0 0,0-1 0 0 0,0-1 0 0 0,0 1-1 0 0,0-1 1 0 0,1 0 0 0 0,-1-1 0 0 0,0 0 0 0 0,1 0 0 0 0,-1-1-1 0 0,0 0 1 0 0,13-4 0 0 0,3-1 20 0 0,-1-2 1 0 0,45-20-1 0 0,-43 15-56 0 0,-1 0 1 0 0,0-1-1 0 0,-1-2 0 0 0,-1 0 1 0 0,0-2-1 0 0,-1 0 1 0 0,-1-1-1 0 0,-1-1 0 0 0,-1-1 1 0 0,0-1-1 0 0,-2 0 1 0 0,-1-1-1 0 0,0-1 1 0 0,-2 0-1 0 0,-1-1 0 0 0,0 0 1 0 0,7-28-1 0 0,-15 38-78 0 0,0 1-1 0 0,-2-1 1 0 0,1 0 0 0 0,-2 0-1 0 0,0-1 1 0 0,0 1 0 0 0,-2 0-1 0 0,0 0 1 0 0,-1 0 0 0 0,0 0-1 0 0,-1 0 1 0 0,-1 0 0 0 0,0 1-1 0 0,-1-1 1 0 0,0 1 0 0 0,-2 0 0 0 0,1 1-1 0 0,-2-1 1 0 0,0 2 0 0 0,0-1-1 0 0,-1 1 1 0 0,-1 0 0 0 0,-21-21-1 0 0,27 30 9 0 0,0-1 1 0 0,-1 1-1 0 0,0 0 0 0 0,1 0 0 0 0,-1 0 0 0 0,0 1 1 0 0,0 0-1 0 0,0 0 0 0 0,-1 0 0 0 0,1 1 1 0 0,0-1-1 0 0,-1 1 0 0 0,1 0 0 0 0,-8 0 0 0 0,5 2-14 0 0,1-1-1 0 0,-1 1 0 0 0,0 0 1 0 0,1 1-1 0 0,-1 0 0 0 0,1 0 0 0 0,0 0 1 0 0,0 1-1 0 0,-10 5 0 0 0,2 1-38 0 0,0 0 0 0 0,1 2 0 0 0,0-1 0 0 0,0 2 0 0 0,1 0 0 0 0,1 0-1 0 0,0 2 1 0 0,-13 18 0 0 0,12-13-77 0 0,1 0 0 0 0,1 1 1 0 0,0 0-1 0 0,2 1 0 0 0,-10 32 0 0 0,14-35-2358 0 0,-5 35 1 0 0,6-4-3134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9.0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0 9671 0 0,'-16'13'956'0'0,"0"1"0"0"0,1 0-1 0 0,1 1 1 0 0,-23 31 0 0 0,26-32-857 0 0,-36 47 1674 0 0,-75 130 0 0 0,103-155-1274 0 0,1 1-1 0 0,2 0 0 0 0,2 2 0 0 0,1-1 0 0 0,-11 59 1 0 0,21-80-347 0 0,1 1 1 0 0,1-1-1 0 0,0 1 1 0 0,1-1-1 0 0,3 20 1 0 0,-3-31-122 0 0,1-1 1 0 0,0 1-1 0 0,0-1 1 0 0,1 0-1 0 0,0 1 1 0 0,0-1-1 0 0,0 0 1 0 0,0 0-1 0 0,1 0 1 0 0,-1 0-1 0 0,2-1 1 0 0,-1 1-1 0 0,0-1 1 0 0,1 0-1 0 0,0 0 1 0 0,-1 0-1 0 0,2 0 1 0 0,-1-1-1 0 0,9 7 1 0 0,-8-8-26 0 0,-1-1 0 0 0,1 1 0 0 0,0-1 1 0 0,0 1-1 0 0,0-1 0 0 0,0-1 0 0 0,0 1 0 0 0,0-1 1 0 0,0 0-1 0 0,0 0 0 0 0,0 0 0 0 0,0-1 0 0 0,0 0 1 0 0,0 0-1 0 0,0 0 0 0 0,0 0 0 0 0,0-1 0 0 0,7-3 0 0 0,0-1 6 0 0,-1 0 0 0 0,1 0 0 0 0,-1-1 0 0 0,-1-1 0 0 0,0 0 0 0 0,11-10 0 0 0,-7 4-17 0 0,0-1 1 0 0,-1 0-1 0 0,-1-1 0 0 0,13-21 0 0 0,-19 27-3 0 0,0-1 0 0 0,-1 0 0 0 0,0-1 0 0 0,-1 1 0 0 0,0-1 0 0 0,0 0 0 0 0,-2 0 0 0 0,2-13 0 0 0,-4 19-39 0 0,0 0 1 0 0,0 1-1 0 0,-1-1 0 0 0,1 1 0 0 0,-2-1 1 0 0,1 1-1 0 0,0-1 0 0 0,-1 1 0 0 0,0 0 0 0 0,-1-1 1 0 0,1 1-1 0 0,-1 0 0 0 0,0 1 0 0 0,0-1 1 0 0,0 0-1 0 0,-1 1 0 0 0,1 0 0 0 0,-1 0 1 0 0,0 0-1 0 0,-1 0 0 0 0,1 1 0 0 0,-1-1 0 0 0,-7-4 1 0 0,8 6 29 0 0,-1-1 1 0 0,1 1-1 0 0,-1 0 1 0 0,1 0-1 0 0,-1 0 1 0 0,1 1-1 0 0,-1-1 1 0 0,0 1-1 0 0,0 0 1 0 0,0 1-1 0 0,0-1 1 0 0,0 1-1 0 0,0 0 1 0 0,0 0-1 0 0,0 1 1 0 0,1-1 0 0 0,-1 1-1 0 0,0 0 1 0 0,0 1-1 0 0,0-1 1 0 0,1 1-1 0 0,-1 0 1 0 0,1 0-1 0 0,-1 0 1 0 0,1 0-1 0 0,0 1 1 0 0,-4 3-1 0 0,7-5 40 0 0,0-1-1 0 0,0 1 1 0 0,0 0-1 0 0,1-1 1 0 0,-1 1-1 0 0,0 0 0 0 0,1 0 1 0 0,-1 0-1 0 0,1 0 1 0 0,-1 0-1 0 0,1-1 1 0 0,-1 1-1 0 0,1 0 1 0 0,-1 0-1 0 0,1 0 1 0 0,0 0-1 0 0,0 0 1 0 0,0 0-1 0 0,-1 1 1 0 0,1-1-1 0 0,0 0 1 0 0,0 0-1 0 0,0 0 0 0 0,1 0 1 0 0,-1 0-1 0 0,0 0 1 0 0,0 0-1 0 0,1 0 1 0 0,-1 0-1 0 0,0 0 1 0 0,1 0-1 0 0,-1 0 1 0 0,1 0-1 0 0,-1-1 1 0 0,1 1-1 0 0,-1 0 1 0 0,1 0-1 0 0,0 1 0 0 0,2 0 31 0 0,-1 1-1 0 0,1-1 0 0 0,0 1 0 0 0,-1-1 0 0 0,1 0 0 0 0,0 0 0 0 0,0 0 0 0 0,0-1 0 0 0,1 1 0 0 0,3 0 0 0 0,9 3 20 0 0,1-1-1 0 0,-1 0 0 0 0,29 1 1 0 0,51-3 112 0 0,-84-2-159 0 0,171-11 167 0 0,-139 5-1145 0 0,71-19 0 0 0,-82 16-6725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9.5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1 8751 0 0,'-1'0'142'0'0,"0"1"0"0"0,0 0 0 0 0,0 0 0 0 0,-1 0 0 0 0,1 0 0 0 0,0 0 0 0 0,1 0-1 0 0,-1 1 1 0 0,0-1 0 0 0,0 0 0 0 0,0 0 0 0 0,1 1 0 0 0,-1-1 0 0 0,0 2 0 0 0,-7 23 2477 0 0,4-11-2092 0 0,-9 36 2564 0 0,-13 98 0 0 0,-5 24-994 0 0,19-125-1985 0 0,-3-1 1 0 0,-2-1 0 0 0,-1-1 0 0 0,-3 0 0 0 0,-2-2 0 0 0,-42 62 0 0 0,58-95-111 0 0,0-1 0 0 0,0 0 0 0 0,-1 0 0 0 0,0-1 0 0 0,-13 10 0 0 0,21-18 1 0 0,0 0-1 0 0,-1 1 1 0 0,1-1-1 0 0,0 0 1 0 0,-1 0-1 0 0,1 1 1 0 0,-1-1 0 0 0,1 0-1 0 0,0 0 1 0 0,-1 0-1 0 0,1 1 1 0 0,-1-1-1 0 0,1 0 1 0 0,0 0-1 0 0,-1 0 1 0 0,1 0-1 0 0,-1 0 1 0 0,1 0 0 0 0,-1 0-1 0 0,1 0 1 0 0,-1 0-1 0 0,1 0 1 0 0,-1 0-1 0 0,3-8 44 0 0,12-14 46 0 0,-6 15-85 0 0,-1 1 0 0 0,1 0 0 0 0,0 1 0 0 0,1-1 0 0 0,-1 2 0 0 0,1-1 0 0 0,0 1 0 0 0,0 1 0 0 0,0-1 0 0 0,12-1 0 0 0,14-3 33 0 0,52-3 1 0 0,-49 7-34 0 0,-6-1-39 0 0,68-5-296 0 0,-83 9 254 0 0,-1 1 0 0 0,1 1 0 0 0,31 5 0 0 0,-43-5-52 0 0,0 0 1 0 0,-1 0-1 0 0,1 0 0 0 0,-1 1 1 0 0,0-1-1 0 0,1 1 0 0 0,-1 0 0 0 0,0 1 1 0 0,0-1-1 0 0,0 1 0 0 0,-1 0 0 0 0,1 0 1 0 0,0 0-1 0 0,-1 0 0 0 0,0 0 1 0 0,0 1-1 0 0,0 0 0 0 0,0-1 0 0 0,-1 1 1 0 0,1 0-1 0 0,-1 1 0 0 0,0-1 0 0 0,0 0 1 0 0,-1 0-1 0 0,1 1 0 0 0,1 8 1 0 0,1 17-2240 0 0,-1 0 1 0 0,-1 41-1 0 0,-1-59 1471 0 0,3-10 114 0 0,-3-3 675 0 0,0 1-1 0 0,0-1 1 0 0,-1 0-1 0 0,1 0 1 0 0,0 0-1 0 0,0 0 1 0 0,-1 0-1 0 0,1 0 1 0 0,0 0-1 0 0,-1 0 1 0 0,2-2-1 0 0,3-11-826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49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93 5983 0 0,'-2'3'152'0'0,"1"1"-1"0"0,-1-1 1 0 0,1 1-1 0 0,0-1 1 0 0,0 1-1 0 0,0-1 1 0 0,0 1-1 0 0,1 0 1 0 0,-1-1-1 0 0,1 1 1 0 0,0 0-1 0 0,0 3 1 0 0,0 3 540 0 0,-12 143 3797 0 0,-2 158 2062 0 0,14-306-6492 0 0,0 8 125 0 0,1 0 0 0 0,1 1-1 0 0,4 19 1 0 0,-6-32-176 0 0,0 0-1 0 0,0 0 1 0 0,0-1 0 0 0,0 1-1 0 0,1 0 1 0 0,-1 0-1 0 0,0-1 1 0 0,1 1 0 0 0,-1 0-1 0 0,0 0 1 0 0,1-1-1 0 0,-1 1 1 0 0,1 0-1 0 0,-1-1 1 0 0,1 1 0 0 0,0-1-1 0 0,-1 1 1 0 0,1-1-1 0 0,0 1 1 0 0,-1-1 0 0 0,1 1-1 0 0,0-1 1 0 0,-1 1-1 0 0,1-1 1 0 0,1 1 0 0 0,-1-1-13 0 0,0-1 1 0 0,-1 1 0 0 0,1 0 0 0 0,0 0 0 0 0,-1-1 0 0 0,1 1 0 0 0,-1-1 0 0 0,1 1 0 0 0,-1 0 0 0 0,1-1 0 0 0,0 1-1 0 0,-1-1 1 0 0,0 1 0 0 0,1-1 0 0 0,-1 1 0 0 0,1-1 0 0 0,-1 0 0 0 0,0 1 0 0 0,1-1 0 0 0,-1 1 0 0 0,0-1 0 0 0,1 0-1 0 0,-1 1 1 0 0,0-1 0 0 0,0 0 0 0 0,0 1 0 0 0,0-1 0 0 0,0 0 0 0 0,4-18-292 0 0,-2 1-1 0 0,0 0 1 0 0,-1-28 0 0 0,-8-56-349 0 0,5 84 540 0 0,-6-45-67 0 0,-3-59 52 0 0,11 107 268 0 0,1 0 0 0 0,0 0 0 0 0,0 1 0 0 0,2-1 0 0 0,0 1 0 0 0,5-17 0 0 0,-4 22-63 0 0,0 0 1 0 0,1 1-1 0 0,-1-1 0 0 0,2 1 0 0 0,-1 0 1 0 0,1 1-1 0 0,0-1 0 0 0,1 1 0 0 0,0 0 1 0 0,0 1-1 0 0,0 0 0 0 0,1 0 0 0 0,0 0 1 0 0,0 1-1 0 0,15-7 0 0 0,-2 2 113 0 0,0 2 0 0 0,0 1 0 0 0,0 0 0 0 0,1 2 0 0 0,38-5 0 0 0,-42 8-247 0 0,0 0 1 0 0,34 3-1 0 0,-44 0-5 0 0,1 0 0 0 0,-1 0 0 0 0,0 1 1 0 0,0 0-1 0 0,0 1 0 0 0,0 0 0 0 0,-1 0 0 0 0,12 6 1 0 0,-1 3-669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5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47 119 17967 0 0,'-46'8'1920'0'0,"45"-8"-1751"0"0,4-3-73 0 0,8-2 39 0 0,78-27 5 0 0,2 3-1 0 0,133-23 1 0 0,-181 47-5127 0 0,-4 4-1757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50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40 146 13823 0 0,'-39'22'1471'0'0,"62"-24"496"0"0,222-64 3574 0 0,-83 16-5998 0 0,-51 16-4994 0 0,-61 19-1804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56.1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778 78 5175 0 0,'-3'-78'3236'0'0,"-8"111"-691"0"0,7-23-2126 0 0,-4 18-21 0 0,1 0-1 0 0,2 1 1 0 0,-3 39-1 0 0,1-13-272 0 0,1-10-89 0 0,-107 830 61 0 0,70-430 48 0 0,17 4 173 0 0,-18 385 682 0 0,5-149-47 0 0,22-346-147 0 0,-1 27-95 0 0,-26 400-126 0 0,13-367-519 0 0,-34 385 94 0 0,21-173-22 0 0,38-508-132 0 0,-31 374 112 0 0,-1 33 36 0 0,32-402-131 0 0,-46 723-447 0 0,40-448 204 0 0,24-2-148 0 0,21 73-175 0 0,-21-324-211 0 0,-5 153-1 0 0,-14-153-32 0 0,-41 236-1 0 0,48-365 788 0 0,-6 29 62 0 0,0-1 1 0 0,-2 0-1 0 0,-1-1 1 0 0,-14 29-1 0 0,10-28-312 0 0,-11 38 0 0 0,20-56 2 0 0,4-9-39 0 0,2-4 147 0 0,2-7-903 0 0,1-7-3243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57.0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0 284 4607 0 0,'1'0'83'0'0,"0"-1"0"0"0,1 1-1 0 0,-1 0 1 0 0,0-1 0 0 0,0 1-1 0 0,0 0 1 0 0,0 0 0 0 0,0 0-1 0 0,1 0 1 0 0,-1 0-1 0 0,0 0 1 0 0,0 0 0 0 0,2 1-1 0 0,6 0 193 0 0,21-2 962 0 0,1-2 0 0 0,-1 0-1 0 0,58-16 1 0 0,86-37 551 0 0,-92 27-795 0 0,5-2-68 0 0,95-27 1033 0 0,-140 49-1099 0 0,67-6-1 0 0,-86 13-567 0 0,0 2 0 0 0,1 1-1 0 0,-1 0 1 0 0,37 9 0 0 0,67 26 394 0 0,-92-24-623 0 0,0-1 1 0 0,1-2-1 0 0,0-2 1 0 0,40 3-1 0 0,-3-8 18 0 0,91-11-1 0 0,73-20 244 0 0,31-3 224 0 0,62 9 85 0 0,-235 22-485 0 0,139 16 0 0 0,-39-1-145 0 0,-134-11 4 0 0,128-1 52 0 0,135-44-13 0 0,-229 27 1 0 0,-71 11-33 0 0,75-11 95 0 0,154-6 0 0 0,-180 23-82 0 0,81 14 0 0 0,70 21 37 0 0,-4 0-34 0 0,-180-32-24 0 0,-1-3 0 0 0,45-2-1 0 0,78-13 24 0 0,50-1-6 0 0,-130 14-22 0 0,0 3 0 0 0,113 20 0 0 0,-101-5 29 0 0,0-4 1 0 0,140 3-1 0 0,-66-21-29 0 0,45 0 0 0 0,229 24 205 0 0,-346-15-186 0 0,-2-1-1 0 0,0-5 0 0 0,166-21-1 0 0,222-23-6 0 0,-205 25 7 0 0,65-2 24 0 0,213 30 34 0 0,-115-28-76 0 0,-377 15 0 0 0,27 1 0 0 0,169 16 0 0 0,-178-4 0 0 0,68 4 0 0 0,-115-12-38 0 0,9-1-227 0 0,60 8 0 0 0,-84-5-1509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2:59.41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653 0 5527 0 0,'0'0'38'0'0,"-1"0"-1"0"0,1 1 0 0 0,0-1 0 0 0,-1 0 0 0 0,1 1 0 0 0,-1-1 1 0 0,1 0-1 0 0,0 1 0 0 0,-1-1 0 0 0,1 0 0 0 0,0 1 0 0 0,-1-1 1 0 0,1 1-1 0 0,0-1 0 0 0,-1 0 0 0 0,1 1 0 0 0,0-1 0 0 0,0 1 1 0 0,0-1-1 0 0,0 1 0 0 0,-1-1 0 0 0,1 2 0 0 0,-4 15 407 0 0,4-14-335 0 0,-12 74 1007 0 0,4 0 0 0 0,3 84 1 0 0,0-20-107 0 0,-37 446 3110 0 0,-4 20-1238 0 0,20-239-1548 0 0,-2 168-70 0 0,11-151-843 0 0,-46 780 352 0 0,52-973-614 0 0,-29 620 337 0 0,23-497-377 0 0,-2 97 2 0 0,12 715 124 0 0,-16-422-307 0 0,-44 75 135 0 0,53-669-161 0 0,-47 185 0 0 0,0-29 26 0 0,55-237 60 0 0,-7 54 2 0 0,-1 87 0 0 0,10-106 0 0 0,-1 22 0 0 0,-3 41 0 0 0,-4 38 0 0 0,5-56 0 0 0,6-107-31 0 0,1 1 0 0 0,0-1 0 0 0,0 1 0 0 0,1 0 0 0 0,-1-1 0 0 0,2 7 0 0 0,-2-9 28 0 0,0-1 0 0 0,0 0 0 0 0,0 0 0 0 0,0 0 0 0 0,0 0 0 0 0,0 0 0 0 0,0 0-1 0 0,0 0 1 0 0,0 0 0 0 0,0 0 0 0 0,0 0 0 0 0,0 1 0 0 0,0-1 0 0 0,0 0 0 0 0,1 0 0 0 0,-1 0 0 0 0,0 0 0 0 0,0 0 0 0 0,0 0-1 0 0,0 0 1 0 0,0 0 0 0 0,0 0 0 0 0,0 0 0 0 0,0 0 0 0 0,0 0 0 0 0,0 0 0 0 0,0 1 0 0 0,0-1 0 0 0,0 0 0 0 0,0 0 0 0 0,1 0-1 0 0,-1 0 1 0 0,0 0 0 0 0,0 0 0 0 0,0 0 0 0 0,0 0 0 0 0,0 0 0 0 0,0 0 0 0 0,0 0 0 0 0,0 0 0 0 0,0 0 0 0 0,1 0 0 0 0,-1 0-1 0 0,0 0 1 0 0,0 0 0 0 0,0 0 0 0 0,0 0 0 0 0,0 0 0 0 0,0 0 0 0 0,0 0 0 0 0,0 0 0 0 0,0-1 0 0 0,0 1 0 0 0,0 0 0 0 0,1 0-1 0 0,-1 0 1 0 0,0 0 0 0 0,0 0 0 0 0,0 0 0 0 0,0 0 0 0 0,0 0 0 0 0,0 0 0 0 0,0 0 0 0 0,0 0 0 0 0,0 0 0 0 0,0 0 0 0 0,0-1-1 0 0,0 1 1 0 0,4-18-227 0 0,-3-16-2099 0 0,-1 11-4922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3:00.6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0 174 2759 0 0,'9'-3'4'0'0,"3"0"501"0"0,0-1-1 0 0,0 2 1 0 0,0 0 0 0 0,20-2-1 0 0,181 1 3203 0 0,-152-2-3258 0 0,91-17-1 0 0,46-26 405 0 0,-11 1 499 0 0,-129 36-486 0 0,76-6 0 0 0,-54 15-193 0 0,0 3 0 0 0,0 4 0 0 0,-1 3-1 0 0,109 26 1 0 0,-135-23-584 0 0,333 80 422 0 0,-275-62 28 0 0,0-4-1 0 0,2-5 0 0 0,215 10 1 0 0,-91-30 115 0 0,149 5 306 0 0,170 13-144 0 0,-433-18-722 0 0,320 3 70 0 0,1 24-70 0 0,23 33-19 0 0,146 13 285 0 0,-482-62-299 0 0,174 12 121 0 0,1-19-120 0 0,199-36 179 0 0,-202 23-148 0 0,-1 22 41 0 0,-93-3-94 0 0,194-10 64 0 0,0-20 0 0 0,177-9 93 0 0,-259 26-29 0 0,81 39-107 0 0,-283-22-55 0 0,-77-9-6 0 0,-10-1 0 0 0,37 1 0 0 0,-1-4 0 0 0,59-2 0 0 0,-94 0-115 0 0,-21 2-15 0 0,1-2 0 0 0,-1 1-1 0 0,0-2 1 0 0,21-4-1 0 0,-30 4-363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1.2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51 2303 0 0,'5'-4'324'0'0,"0"-1"-1"0"0,1 1 1 0 0,0 1-1 0 0,-1-1 1 0 0,1 1-1 0 0,1 0 0 0 0,-1 1 1 0 0,0-1-1 0 0,1 1 1 0 0,7-1-1 0 0,9-2 684 0 0,38-2-1 0 0,-24 5-371 0 0,0 1 0 0 0,-1 3 1 0 0,1 1-1 0 0,0 1 0 0 0,43 12 0 0 0,-26-1 334 0 0,0 2 0 0 0,88 41-1 0 0,450 221 1999 0 0,-313-130-2060 0 0,113 50 59 0 0,-260-147-631 0 0,2-6-1 0 0,2-5 0 0 0,1-7 1 0 0,232 28-1 0 0,-209-45 54 0 0,217 53 0 0 0,-366-67-388 0 0,278 67 0 0 0,-196-52 0 0 0,109 7 0 0 0,-110-21 0 0 0,32 2 0 0 0,-97-3 0 0 0,-1 1 0 0 0,41 12 0 0 0,-53-11-5 0 0,0 1 0 0 0,0 1 1 0 0,-1 0-1 0 0,0 1 0 0 0,-1 0 0 0 0,0 1 0 0 0,22 20 0 0 0,17 13-34 0 0,-45-37 4 0 0,1-1 0 0 0,-1-1 1 0 0,1 1-1 0 0,-1-1 0 0 0,1 0 1 0 0,0 0-1 0 0,0-1 1 0 0,0 0-1 0 0,9 1 0 0 0,-6-2-578 0 0,1 0 0 0 0,0-1-1 0 0,-1 0 1 0 0,1-1-1 0 0,18-3 1 0 0,-12 1-5874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2.0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1281 8287 0 0,'3'-2'274'0'0,"0"-1"0"0"0,0 1-1 0 0,1 0 1 0 0,-1 0-1 0 0,0 0 1 0 0,1 1-1 0 0,-1-1 1 0 0,6-1 0 0 0,32-7 1729 0 0,-27 7-1814 0 0,32-5 802 0 0,1 2-1 0 0,1 1 1 0 0,-1 3-1 0 0,1 2 1 0 0,-1 2-1 0 0,62 10 1 0 0,-51-1-626 0 0,0 2 1 0 0,-1 2-1 0 0,0 3 1 0 0,90 43-1 0 0,-93-34-288 0 0,-29-13-75 0 0,53 20-1 0 0,-69-31-1 0 0,0 0 0 0 0,0 0 0 0 0,0-1 0 0 0,1-1 0 0 0,-1 1 0 0 0,1-2 0 0 0,12 1 0 0 0,-19-2 0 0 0,1 1 0 0 0,0-1 0 0 0,-1 0 0 0 0,1 0 0 0 0,0 0 0 0 0,-1 0 0 0 0,0-1 0 0 0,1 1 0 0 0,-1-1 0 0 0,0 0 0 0 0,0 0 0 0 0,1 0 0 0 0,-2 0 0 0 0,1-1 0 0 0,0 1 0 0 0,0-1 0 0 0,-1 0 0 0 0,1 0 0 0 0,-1 0 0 0 0,0 0 0 0 0,3-5 0 0 0,-3 2 0 0 0,1 1 0 0 0,-1 0 0 0 0,0-1 0 0 0,0 0 0 0 0,-1 1 0 0 0,0-1 0 0 0,1-9 0 0 0,-2-43 0 0 0,0 30 0 0 0,-1-43 0 0 0,2-84 0 0 0,1 104 0 0 0,-11-100 0 0 0,4 118 0 0 0,-1 1 0 0 0,-2 0 0 0 0,-1 0 0 0 0,-15-35 0 0 0,-12-19 7 0 0,-133-307-286 0 0,165 384 278 0 0,-30-62-441 0 0,29 62 252 0 0,0 0 0 0 0,-1 0 0 0 0,-1 1 0 0 0,1-1-1 0 0,-10-7 1 0 0,14 14 102 0 0,0 0 0 0 0,-1 0 0 0 0,1 0 0 0 0,-1 1 0 0 0,1-1 0 0 0,-1 1 1 0 0,0-1-1 0 0,1 1 0 0 0,-1 0 0 0 0,0 0 0 0 0,0 0 0 0 0,-6 0 0 0 0,7 0-54 0 0,0 1 0 0 0,0 0 0 0 0,0 1 0 0 0,0-1 0 0 0,0 0 0 0 0,0 0 0 0 0,0 1 0 0 0,0-1 0 0 0,0 1 0 0 0,0 0 0 0 0,1 0 0 0 0,-1-1 0 0 0,0 1 0 0 0,0 0 0 0 0,1 1 0 0 0,-1-1 0 0 0,0 0 1 0 0,1 0-1 0 0,-3 4 0 0 0,-11 14-5724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2.3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1087 5983 0 0,'-7'-3'95'0'0,"1"2"-9"0"0,0-1 1 0 0,1 0 0 0 0,-1-1-1 0 0,-6-3 1 0 0,11 5-76 0 0,0 0 1 0 0,0 1-1 0 0,0-1 0 0 0,0 0 1 0 0,0 0-1 0 0,0 0 0 0 0,0 0 1 0 0,0 0-1 0 0,0 0 0 0 0,0 0 0 0 0,0 0 1 0 0,1 0-1 0 0,-1 0 0 0 0,1-1 1 0 0,-1 1-1 0 0,1 0 0 0 0,-1 0 0 0 0,1-1 1 0 0,-1 1-1 0 0,1 0 0 0 0,0-1 1 0 0,0 1-1 0 0,0 0 0 0 0,0-1 0 0 0,0-1 1 0 0,6-34 1065 0 0,2 0 0 0 0,1 0 1 0 0,2 1-1 0 0,2 0 1 0 0,32-63-1 0 0,1 15 221 0 0,64-86 0 0 0,117-118 484 0 0,-83 134-1276 0 0,-78 94-580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3.60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3920 3679 0 0,'33'-7'587'0'0,"1"1"-1"0"0,0 1 0 0 0,63 1 1 0 0,-56 3-286 0 0,114-9 1082 0 0,155-30-1 0 0,152-65-322 0 0,703-228 1880 0 0,-818 238-2203 0 0,-72 21-248 0 0,675-188 200 0 0,386-147-942 0 0,-808 225-398 0 0,-202 69 219 0 0,514-187-899 0 0,-773 277 1223 0 0,396-137-433 0 0,-5 2 446 0 0,-234 78 75 0 0,404-146-20 0 0,402-103 40 0 0,-765 253-106 0 0,507-134-766 0 0,-98 30-1976 0 0,-588 152 2301 0 0,97-31-626 0 0,-138 48 1031 0 0,501-166-634 0 0,-174 13 272 0 0,-323 139 320 0 0,-7-4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4.4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43 251 2303 0 0,'-43'-4'5363'0'0,"58"-6"-4409"0"0,0 1 1 0 0,1 0-1 0 0,-1 1 0 0 0,18-6 0 0 0,71-21 468 0 0,-72 25-819 0 0,102-31 833 0 0,2 6 0 0 0,1 5 0 0 0,178-13 0 0 0,-283 41-1333 0 0,-1 1 0 0 0,0 2 0 0 0,1 1 1 0 0,-1 2-1 0 0,0 1 0 0 0,0 1 0 0 0,53 18 0 0 0,-82-23-109 0 0,1 0-1 0 0,0 0 1 0 0,-1 0 0 0 0,1 1-1 0 0,-1-1 1 0 0,0 1-1 0 0,1-1 1 0 0,-1 1-1 0 0,0 0 1 0 0,3 3 0 0 0,-5-4-4 0 0,1 0 0 0 0,-1 0 0 0 0,1 0 0 0 0,-1 0 0 0 0,1 0 0 0 0,-1 0 1 0 0,0 0-1 0 0,1 0 0 0 0,-1 0 0 0 0,0 0 0 0 0,0 0 0 0 0,0 0 0 0 0,0 0 1 0 0,0 0-1 0 0,0 1 0 0 0,0-1 0 0 0,-1 0 0 0 0,1 0 0 0 0,0 0 0 0 0,0 0 1 0 0,-1 0-1 0 0,1 0 0 0 0,-1 0 0 0 0,1 0 0 0 0,-1 0 0 0 0,1 0 0 0 0,-2 1 1 0 0,-17 25-90 0 0,-1-2 1 0 0,-1 0 0 0 0,-26 23-1 0 0,15-16 87 0 0,-105 109 65 0 0,-138 150 33 0 0,-5 51 31 0 0,262-318-217 0 0,-25 44-1 0 0,36-54-9 0 0,1-1 1 0 0,0 1-1 0 0,1-1 1 0 0,1 2-1 0 0,-5 19 1 0 0,6-19-857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4.7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 1 11975 0 0,'-2'0'52'0'0,"1"0"0"0"0,0 0 1 0 0,0 0-1 0 0,0 0 0 0 0,0 0 0 0 0,-1 1 0 0 0,1-1 0 0 0,0 0 0 0 0,0 1 0 0 0,0-1 0 0 0,0 1 0 0 0,0-1 0 0 0,0 1 0 0 0,0-1 1 0 0,0 1-1 0 0,0 0 0 0 0,0 0 0 0 0,0-1 0 0 0,0 1 0 0 0,0 0 0 0 0,1 0 0 0 0,-1 0 0 0 0,0 0 0 0 0,0 0 0 0 0,1 0 1 0 0,-1 0-1 0 0,1 0 0 0 0,-1 0 0 0 0,1 0 0 0 0,0 0 0 0 0,-1 1 0 0 0,1-1 0 0 0,0 0 0 0 0,0 0 0 0 0,0 2 0 0 0,-1 5 228 0 0,1 0-1 0 0,0 1 0 0 0,1-1 0 0 0,2 11 0 0 0,0 0 250 0 0,4 38 610 0 0,3 0 0 0 0,33 108-1 0 0,65 103 237 0 0,17 13-2908 0 0,-93-208-5301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6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4210 919 0 0,'162'-20'518'0'0,"242"-33"582"0"0,-373 48-1013 0 0,630-85 1808 0 0,-70 17-143 0 0,59-35-192 0 0,-92 22-848 0 0,22-5-400 0 0,496-75-312 0 0,-395 53 91 0 0,-285 53 11 0 0,125-18 160 0 0,-289 46-41 0 0,434-61 298 0 0,188-26-426 0 0,-442 64-195 0 0,83-12-196 0 0,-465 62 258 0 0,621-85-873 0 0,-594 83 817 0 0,337-43-655 0 0,-194 18 340 0 0,243-37-388 0 0,-324 53 636 0 0,407-61-496 0 0,21-9 607 0 0,159-28-142 0 0,352-72-280 0 0,-681 117 360 0 0,83-13 116 0 0,850-157 469 0 0,-968 168-366 0 0,50-9-5 0 0,-284 60-90 0 0,303-61-8 0 0,356-82 173 0 0,199-39 649 0 0,537-106 1777 0 0,-984 209-1958 0 0,113-22-586 0 0,24-16-2142 0 0,-75 15 214 0 0,-40 9 738 0 0,49-10 78 0 0,-182 30-1382 0 0,-320 71 2345 0 0,7-2 225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6.7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56 12 2303 0 0,'-3'-3'200'0'0,"0"0"-200"0"0,0 0 392 0 0,0 3 40 0 0,-3 0 8 0 0,-2 0 0 0 0,-1-3-504 0 0,0 6-104 0 0,3 0-24 0 0,1 0 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7.3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457 44 5983 0 0,'-2'-3'351'0'0,"0"0"0"0"0,0-1 0 0 0,0 1 0 0 0,0 0 0 0 0,0 0 1 0 0,-1 0-1 0 0,1 0 0 0 0,-1 1 0 0 0,0-1 0 0 0,0 1 0 0 0,0 0 0 0 0,0-1 0 0 0,0 1 0 0 0,-5-2 0 0 0,7 4-248 0 0,0 0-1 0 0,1 0 1 0 0,-1 0 0 0 0,0 0 0 0 0,0 0 0 0 0,0 0 0 0 0,1 0 0 0 0,-1 0 0 0 0,0 0-1 0 0,0 0 1 0 0,0 0 0 0 0,1 0 0 0 0,-1 1 0 0 0,0-1 0 0 0,0 0 0 0 0,1 1-1 0 0,-1-1 1 0 0,0 0 0 0 0,0 1 0 0 0,1-1 0 0 0,-1 1 0 0 0,0-1 0 0 0,0 2 0 0 0,-11 17 405 0 0,10-17-482 0 0,1 0 0 0 0,0 0 0 0 0,0 0 0 0 0,-1 1-1 0 0,0-1 1 0 0,-2 3 0 0 0,-21 10 891 0 0,1-1 0 0 0,-2 0 1 0 0,-46 16-1 0 0,65-27-779 0 0,6-3-108 0 0,0 1-1 0 0,0-1 1 0 0,0 1 0 0 0,0-1-1 0 0,-1 1 1 0 0,1-1-1 0 0,0 0 1 0 0,0 1 0 0 0,-1-1-1 0 0,1 0 1 0 0,0 0 0 0 0,0 0-1 0 0,-1 0 1 0 0,1 0 0 0 0,0-1-1 0 0,0 1 1 0 0,-3-1 0 0 0,3 0-26 0 0,0 0 0 0 0,0 0 0 0 0,0 0 0 0 0,0 0-1 0 0,0 0 1 0 0,1 0 0 0 0,-1 0 0 0 0,0 0 0 0 0,0 0 0 0 0,1-1 0 0 0,-1 1 0 0 0,1 0 0 0 0,-1-1 0 0 0,0-1 0 0 0,0 1-20 0 0,0-1 0 0 0,0 1 1 0 0,-1 0-1 0 0,1 0 0 0 0,-1 0 0 0 0,0 0 0 0 0,0 1 0 0 0,1-1 0 0 0,-1 0 0 0 0,0 1 0 0 0,0-1 1 0 0,-1 1-1 0 0,1 0 0 0 0,0-1 0 0 0,0 1 0 0 0,-1 0 0 0 0,1 1 0 0 0,-1-1 0 0 0,1 0 0 0 0,0 1 1 0 0,-6-1-1 0 0,1-1-102 0 0,-1 2 1 0 0,0-1 0 0 0,1 1-1 0 0,-1 0 1 0 0,1 0 0 0 0,-9 2 0 0 0,-6 0 50 0 0,19-2 64 0 0,-1 0 0 0 0,1 0 0 0 0,0 1-1 0 0,0-1 1 0 0,-1 0 0 0 0,1 1 0 0 0,0 0 0 0 0,0 0 0 0 0,0 0-1 0 0,0 0 1 0 0,0 0 0 0 0,0 1 0 0 0,-4 2 0 0 0,7-4 27 0 0,0 0-1 0 0,0 1 1 0 0,0-1 0 0 0,0 0-1 0 0,1 0 1 0 0,-1 0 0 0 0,0 0-1 0 0,0 1 1 0 0,0-1 0 0 0,0 0-1 0 0,1 0 1 0 0,-1 0 0 0 0,0 0 0 0 0,0 0-1 0 0,0 0 1 0 0,1 1 0 0 0,-1-1-1 0 0,0 0 1 0 0,0 0 0 0 0,0 0-1 0 0,1 0 1 0 0,-1 0 0 0 0,0 0-1 0 0,0 0 1 0 0,1 0 0 0 0,-1 0 0 0 0,0 0-1 0 0,0 0 1 0 0,0 0 0 0 0,1 0-1 0 0,-1 0 1 0 0,0 0 0 0 0,0 0-1 0 0,1-1 1 0 0,10 2 292 0 0,10-2 341 0 0,37-7 0 0 0,-2 0-172 0 0,109-4-53 0 0,1 7 1 0 0,1 7-1 0 0,193 28 0 0 0,-319-24-432 0 0,63 19 0 0 0,-80-18 0 0 0,0 2 0 0 0,0 1 0 0 0,38 22 0 0 0,-56-28 0 0 0,0-1 0 0 0,0 2 0 0 0,0-1 0 0 0,-1 1 0 0 0,0 0 0 0 0,0 0 0 0 0,0 0 0 0 0,-1 0 0 0 0,0 1 0 0 0,0 0 0 0 0,0 0 0 0 0,5 12 0 0 0,-7-13 0 0 0,-1 0 0 0 0,1 1 0 0 0,-1-1 0 0 0,0 0 0 0 0,0 1 0 0 0,-1-1 0 0 0,0 1 0 0 0,0-1 0 0 0,0 1 0 0 0,0-1 0 0 0,-1 1 0 0 0,0-1 0 0 0,0 0 0 0 0,-1 1 0 0 0,1-1 0 0 0,-5 9 0 0 0,1-3 0 0 0,-1-1 0 0 0,0 0 0 0 0,-1 0 0 0 0,0 0 0 0 0,-12 12 0 0 0,-48 41-1 0 0,24-24-14 0 0,-38 36-88 0 0,-4-3 1 0 0,-108 71-1 0 0,-21-8 12 0 0,55-36 26 0 0,100-60 20 0 0,1 2 0 0 0,2 2 0 0 0,2 3 0 0 0,3 3 0 0 0,-60 70 0 0 0,105-112-222 0 0,0 0 1 0 0,1 0-1 0 0,0 0 1 0 0,1 1-1 0 0,-1 0 1 0 0,1 0-1 0 0,-3 9 1 0 0,5-5-4513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4T01:34:07.6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190 3 10591 0 0,'-3'-1'117'0'0,"1"1"-8"0"0,-1-1 0 0 0,1 1 0 0 0,0 0-1 0 0,0 0 1 0 0,-1-1 0 0 0,1 1 0 0 0,-3 1 0 0 0,5-1-100 0 0,-1 0 1 0 0,0 1 0 0 0,0-1 0 0 0,0 0-1 0 0,1 1 1 0 0,-1-1 0 0 0,0 0 0 0 0,1 1 0 0 0,-1-1-1 0 0,0 1 1 0 0,1-1 0 0 0,-1 1 0 0 0,1 0 0 0 0,-1-1-1 0 0,1 1 1 0 0,-1 0 0 0 0,1-1 0 0 0,-1 1 0 0 0,1 0-1 0 0,0-1 1 0 0,-1 1 0 0 0,1 0 0 0 0,0 0 0 0 0,-1 1-1 0 0,0 3 66 0 0,-91 337 3889 0 0,72-248-3052 0 0,-14 160 1 0 0,30-196-1381 0 0,5 91 0 0 0,7-77-5492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D6CF04F5-D747-83EA-721F-6388B2B5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908D701B-0F0C-D9F1-228C-BFE28DFEE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CF1A0701-127F-4A3B-05C1-25C887E81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0227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1196619-0193-047C-5A5B-812FB72A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981240BD-E602-9028-AC77-7EF4D4189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F4EB5F18-D1D8-AAF4-1652-3C5153BD5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1791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A9FD8561-8248-E5D1-D4F7-80D2EF99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987980C3-9425-1D96-7757-09A4D3F09E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609DD0FB-CC52-097B-5B8C-97E16D067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83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CE9D9B97-2366-038C-80D2-9D8AA273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2BD2BEA4-132D-0EAE-55F5-1CC244822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C4B9680E-DD52-B53F-3CBE-0E49DCBD0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223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4FC516C2-9A8A-E685-187B-012E2CB4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7935E0D9-2AD6-C055-E82C-6021ECE4B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0877DF69-7661-C11D-4682-5226C11E3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276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8A4C05F1-4F83-F5FB-371E-A0E5ABD04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76CDF74F-F1A4-31B3-F9BC-3511BEF04B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721253CA-98ED-63B2-9471-33DAD1176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916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3CBB8763-A2A8-6A8D-B6D5-43548CD1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3C1B758A-8AEA-3C85-A75E-281991D23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416DE8A2-54C2-36D0-D5E6-B6E1E5BA7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68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>
          <a:extLst>
            <a:ext uri="{FF2B5EF4-FFF2-40B4-BE49-F238E27FC236}">
              <a16:creationId xmlns:a16="http://schemas.microsoft.com/office/drawing/2014/main" id="{28F0C5B6-BA2D-6C5C-0FB9-CAF47E441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8d7c8248e_0_598:notes">
            <a:extLst>
              <a:ext uri="{FF2B5EF4-FFF2-40B4-BE49-F238E27FC236}">
                <a16:creationId xmlns:a16="http://schemas.microsoft.com/office/drawing/2014/main" id="{9814D232-A8AB-EE1E-6379-DA56576C3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8d7c8248e_0_598:notes">
            <a:extLst>
              <a:ext uri="{FF2B5EF4-FFF2-40B4-BE49-F238E27FC236}">
                <a16:creationId xmlns:a16="http://schemas.microsoft.com/office/drawing/2014/main" id="{D9DC17E4-11D8-0642-C77A-5DE745B86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88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8d7c8248e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1738" y="847725"/>
            <a:ext cx="7540625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225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88d7c8248e_0_562:notes"/>
          <p:cNvSpPr txBox="1">
            <a:spLocks noGrp="1"/>
          </p:cNvSpPr>
          <p:nvPr>
            <p:ph type="body" idx="1"/>
          </p:nvPr>
        </p:nvSpPr>
        <p:spPr>
          <a:xfrm>
            <a:off x="2010410" y="5371941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6375" tIns="216375" rIns="216375" bIns="216375" anchor="t" anchorCtr="0">
            <a:noAutofit/>
          </a:bodyPr>
          <a:lstStyle/>
          <a:p>
            <a:pPr marL="1079500" lvl="0" indent="-698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8d7c8248e_0_371"/>
          <p:cNvSpPr txBox="1">
            <a:spLocks noGrp="1"/>
          </p:cNvSpPr>
          <p:nvPr>
            <p:ph type="title"/>
          </p:nvPr>
        </p:nvSpPr>
        <p:spPr>
          <a:xfrm>
            <a:off x="728133" y="888785"/>
            <a:ext cx="1837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88d7c8248e_0_371"/>
          <p:cNvSpPr txBox="1">
            <a:spLocks noGrp="1"/>
          </p:cNvSpPr>
          <p:nvPr>
            <p:ph type="body" idx="1"/>
          </p:nvPr>
        </p:nvSpPr>
        <p:spPr>
          <a:xfrm>
            <a:off x="728096" y="2467705"/>
            <a:ext cx="18370800" cy="7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95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88d7c8248e_0_37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88d7c8248e_0_37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88d7c8248e_0_37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d7c8248e_0_377"/>
          <p:cNvSpPr txBox="1">
            <a:spLocks noGrp="1"/>
          </p:cNvSpPr>
          <p:nvPr>
            <p:ph type="title"/>
          </p:nvPr>
        </p:nvSpPr>
        <p:spPr>
          <a:xfrm>
            <a:off x="743433" y="888785"/>
            <a:ext cx="182196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88d7c8248e_0_37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88d7c8248e_0_37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388d7c8248e_0_37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8d7c8248e_0_382"/>
          <p:cNvSpPr txBox="1">
            <a:spLocks noGrp="1"/>
          </p:cNvSpPr>
          <p:nvPr>
            <p:ph type="title"/>
          </p:nvPr>
        </p:nvSpPr>
        <p:spPr>
          <a:xfrm>
            <a:off x="743433" y="888785"/>
            <a:ext cx="182196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388d7c8248e_0_38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388d7c8248e_0_38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88d7c8248e_0_38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8d7c8248e_0_387"/>
          <p:cNvSpPr txBox="1">
            <a:spLocks noGrp="1"/>
          </p:cNvSpPr>
          <p:nvPr>
            <p:ph type="title"/>
          </p:nvPr>
        </p:nvSpPr>
        <p:spPr>
          <a:xfrm>
            <a:off x="728133" y="888785"/>
            <a:ext cx="1837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88d7c8248e_0_38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88d7c8248e_0_38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388d7c8248e_0_38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8d7c8248e_0_39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88d7c8248e_0_39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88d7c8248e_0_39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8d7c8248e_0_396"/>
          <p:cNvSpPr txBox="1">
            <a:spLocks noGrp="1"/>
          </p:cNvSpPr>
          <p:nvPr>
            <p:ph type="title"/>
          </p:nvPr>
        </p:nvSpPr>
        <p:spPr>
          <a:xfrm>
            <a:off x="1005205" y="888785"/>
            <a:ext cx="18093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88d7c8248e_0_39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388d7c8248e_0_396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88d7c8248e_0_39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388d7c8248e_0_39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88d7c8248e_0_39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1_Two Conte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8d7c8248e_0_403"/>
          <p:cNvSpPr txBox="1">
            <a:spLocks noGrp="1"/>
          </p:cNvSpPr>
          <p:nvPr>
            <p:ph type="title"/>
          </p:nvPr>
        </p:nvSpPr>
        <p:spPr>
          <a:xfrm>
            <a:off x="745066" y="888785"/>
            <a:ext cx="183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g388d7c8248e_0_40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88d7c8248e_0_40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388d7c8248e_0_40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g388d7c8248e_0_403"/>
          <p:cNvSpPr txBox="1">
            <a:spLocks noGrp="1"/>
          </p:cNvSpPr>
          <p:nvPr>
            <p:ph type="body" idx="1"/>
          </p:nvPr>
        </p:nvSpPr>
        <p:spPr>
          <a:xfrm>
            <a:off x="745067" y="2576361"/>
            <a:ext cx="9000000" cy="7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88d7c8248e_0_403"/>
          <p:cNvSpPr txBox="1">
            <a:spLocks noGrp="1"/>
          </p:cNvSpPr>
          <p:nvPr>
            <p:ph type="body" idx="2"/>
          </p:nvPr>
        </p:nvSpPr>
        <p:spPr>
          <a:xfrm>
            <a:off x="10052050" y="2576361"/>
            <a:ext cx="9000000" cy="7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8d7c8248e_0_410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388d7c8248e_0_410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3000" cy="28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95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388d7c8248e_0_41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88d7c8248e_0_41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g388d7c8248e_0_41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8d7c8248e_0_416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g388d7c8248e_0_4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g388d7c8248e_0_4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g388d7c8248e_0_4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8d7c8248e_0_421"/>
          <p:cNvSpPr txBox="1">
            <a:spLocks noGrp="1"/>
          </p:cNvSpPr>
          <p:nvPr>
            <p:ph type="title"/>
          </p:nvPr>
        </p:nvSpPr>
        <p:spPr>
          <a:xfrm>
            <a:off x="3170449" y="3273983"/>
            <a:ext cx="156633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2" name="Google Shape;182;g388d7c8248e_0_4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70466" y="1319330"/>
            <a:ext cx="8230978" cy="8303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88d7c8248e_0_4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95693" y="753903"/>
            <a:ext cx="4156598" cy="115220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88d7c8248e_0_421"/>
          <p:cNvSpPr txBox="1"/>
          <p:nvPr/>
        </p:nvSpPr>
        <p:spPr>
          <a:xfrm>
            <a:off x="3170448" y="7685285"/>
            <a:ext cx="7316830" cy="101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it-IT" sz="37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Vito Giordano &amp; Filippo Chiarello</a:t>
            </a:r>
            <a:endParaRPr sz="3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50" b="0" i="1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University of Pisa</a:t>
            </a:r>
            <a:endParaRPr sz="24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>
  <p:cSld name="1_Diseño personalizad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8d7c8248e_0_428"/>
          <p:cNvSpPr txBox="1">
            <a:spLocks noGrp="1"/>
          </p:cNvSpPr>
          <p:nvPr>
            <p:ph type="title"/>
          </p:nvPr>
        </p:nvSpPr>
        <p:spPr>
          <a:xfrm>
            <a:off x="755651" y="3273983"/>
            <a:ext cx="180780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g388d7c8248e_0_4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70466" y="1319330"/>
            <a:ext cx="8230978" cy="830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1_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ssuna descrizione alternativa per questa immagine">
            <a:extLst>
              <a:ext uri="{FF2B5EF4-FFF2-40B4-BE49-F238E27FC236}">
                <a16:creationId xmlns:a16="http://schemas.microsoft.com/office/drawing/2014/main" id="{D78B460E-8F57-253F-D8CB-23B37B9473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rgbClr val="FF543F">
                <a:tint val="45000"/>
                <a:satMod val="400000"/>
              </a:srgb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2" b="32288"/>
          <a:stretch>
            <a:fillRect/>
          </a:stretch>
        </p:blipFill>
        <p:spPr bwMode="auto">
          <a:xfrm>
            <a:off x="0" y="0"/>
            <a:ext cx="20265993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3170449" y="888785"/>
            <a:ext cx="2576195" cy="272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6711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essuna descrizione alternativa per questa immagine">
            <a:extLst>
              <a:ext uri="{FF2B5EF4-FFF2-40B4-BE49-F238E27FC236}">
                <a16:creationId xmlns:a16="http://schemas.microsoft.com/office/drawing/2014/main" id="{D78B460E-8F57-253F-D8CB-23B37B94737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rgbClr val="FF543F">
                <a:tint val="45000"/>
                <a:satMod val="400000"/>
              </a:srgb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2" r="799" b="32288"/>
          <a:stretch>
            <a:fillRect/>
          </a:stretch>
        </p:blipFill>
        <p:spPr bwMode="auto">
          <a:xfrm>
            <a:off x="1" y="0"/>
            <a:ext cx="20104100" cy="113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3170449" y="888785"/>
            <a:ext cx="2576195" cy="272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81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8d7c8248e_0_371"/>
          <p:cNvSpPr txBox="1">
            <a:spLocks noGrp="1"/>
          </p:cNvSpPr>
          <p:nvPr>
            <p:ph type="title"/>
          </p:nvPr>
        </p:nvSpPr>
        <p:spPr>
          <a:xfrm>
            <a:off x="728133" y="888785"/>
            <a:ext cx="1837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88d7c8248e_0_371"/>
          <p:cNvSpPr txBox="1">
            <a:spLocks noGrp="1"/>
          </p:cNvSpPr>
          <p:nvPr>
            <p:ph type="body" idx="1"/>
          </p:nvPr>
        </p:nvSpPr>
        <p:spPr>
          <a:xfrm>
            <a:off x="728096" y="2467705"/>
            <a:ext cx="18370800" cy="7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95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88d7c8248e_0_37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388d7c8248e_0_37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88d7c8248e_0_37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091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d7c8248e_0_377"/>
          <p:cNvSpPr txBox="1">
            <a:spLocks noGrp="1"/>
          </p:cNvSpPr>
          <p:nvPr>
            <p:ph type="title"/>
          </p:nvPr>
        </p:nvSpPr>
        <p:spPr>
          <a:xfrm>
            <a:off x="743433" y="888785"/>
            <a:ext cx="182196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88d7c8248e_0_37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88d7c8248e_0_37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388d7c8248e_0_37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26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preserve="1">
  <p:cSld name="1_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8d7c8248e_0_382"/>
          <p:cNvSpPr txBox="1">
            <a:spLocks noGrp="1"/>
          </p:cNvSpPr>
          <p:nvPr>
            <p:ph type="title"/>
          </p:nvPr>
        </p:nvSpPr>
        <p:spPr>
          <a:xfrm>
            <a:off x="743433" y="888785"/>
            <a:ext cx="182196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g388d7c8248e_0_38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388d7c8248e_0_38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88d7c8248e_0_38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34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1_Title and Conte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8d7c8248e_0_387"/>
          <p:cNvSpPr txBox="1">
            <a:spLocks noGrp="1"/>
          </p:cNvSpPr>
          <p:nvPr>
            <p:ph type="title"/>
          </p:nvPr>
        </p:nvSpPr>
        <p:spPr>
          <a:xfrm>
            <a:off x="728133" y="888785"/>
            <a:ext cx="18370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88d7c8248e_0_38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88d7c8248e_0_38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388d7c8248e_0_38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48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8d7c8248e_0_39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388d7c8248e_0_39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388d7c8248e_0_39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2446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>
  <p:cSld name="Two Cont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8d7c8248e_0_396"/>
          <p:cNvSpPr txBox="1">
            <a:spLocks noGrp="1"/>
          </p:cNvSpPr>
          <p:nvPr>
            <p:ph type="title"/>
          </p:nvPr>
        </p:nvSpPr>
        <p:spPr>
          <a:xfrm>
            <a:off x="1005205" y="888785"/>
            <a:ext cx="18093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388d7c8248e_0_39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g388d7c8248e_0_396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300" cy="7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88d7c8248e_0_39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388d7c8248e_0_39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88d7c8248e_0_39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5025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>
  <p:cSld name="1_Two Conte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8d7c8248e_0_403"/>
          <p:cNvSpPr txBox="1">
            <a:spLocks noGrp="1"/>
          </p:cNvSpPr>
          <p:nvPr>
            <p:ph type="title"/>
          </p:nvPr>
        </p:nvSpPr>
        <p:spPr>
          <a:xfrm>
            <a:off x="745066" y="888785"/>
            <a:ext cx="18306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g388d7c8248e_0_40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88d7c8248e_0_40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388d7c8248e_0_40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g388d7c8248e_0_403"/>
          <p:cNvSpPr txBox="1">
            <a:spLocks noGrp="1"/>
          </p:cNvSpPr>
          <p:nvPr>
            <p:ph type="body" idx="1"/>
          </p:nvPr>
        </p:nvSpPr>
        <p:spPr>
          <a:xfrm>
            <a:off x="745067" y="2576361"/>
            <a:ext cx="9000000" cy="7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88d7c8248e_0_403"/>
          <p:cNvSpPr txBox="1">
            <a:spLocks noGrp="1"/>
          </p:cNvSpPr>
          <p:nvPr>
            <p:ph type="body" idx="2"/>
          </p:nvPr>
        </p:nvSpPr>
        <p:spPr>
          <a:xfrm>
            <a:off x="10052050" y="2576361"/>
            <a:ext cx="9000000" cy="7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9328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8d7c8248e_0_410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g388d7c8248e_0_410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3000" cy="28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95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388d7c8248e_0_410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388d7c8248e_0_410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g388d7c8248e_0_410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1889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1_Title Slide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8d7c8248e_0_416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600" cy="23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900" b="1" i="0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g388d7c8248e_0_4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g388d7c8248e_0_4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g388d7c8248e_0_4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030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 preserve="1">
  <p:cSld name="Diseño personalizado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8d7c8248e_0_421"/>
          <p:cNvSpPr txBox="1">
            <a:spLocks noGrp="1"/>
          </p:cNvSpPr>
          <p:nvPr>
            <p:ph type="title"/>
          </p:nvPr>
        </p:nvSpPr>
        <p:spPr>
          <a:xfrm>
            <a:off x="3170449" y="3273983"/>
            <a:ext cx="156633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2" name="Google Shape;182;g388d7c8248e_0_4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70466" y="1319330"/>
            <a:ext cx="8230978" cy="8303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88d7c8248e_0_4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95693" y="753903"/>
            <a:ext cx="4156598" cy="115220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88d7c8248e_0_421"/>
          <p:cNvSpPr txBox="1"/>
          <p:nvPr/>
        </p:nvSpPr>
        <p:spPr>
          <a:xfrm>
            <a:off x="3170448" y="7685285"/>
            <a:ext cx="5706265" cy="101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9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it-IT" sz="37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Vito Giordano</a:t>
            </a:r>
            <a:endParaRPr sz="37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n-US" sz="2450" b="0" i="1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Ricercatore</a:t>
            </a:r>
            <a:r>
              <a:rPr lang="en-US" sz="2450" b="0" i="1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dell’Università di Pisa</a:t>
            </a:r>
            <a:endParaRPr sz="24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571555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 preserve="1">
  <p:cSld name="1_Diseño personalizad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8d7c8248e_0_428"/>
          <p:cNvSpPr txBox="1">
            <a:spLocks noGrp="1"/>
          </p:cNvSpPr>
          <p:nvPr>
            <p:ph type="title"/>
          </p:nvPr>
        </p:nvSpPr>
        <p:spPr>
          <a:xfrm>
            <a:off x="755651" y="3273983"/>
            <a:ext cx="180780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g388d7c8248e_0_4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70466" y="1319330"/>
            <a:ext cx="8230978" cy="8303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090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88d7c8248e_0_363"/>
          <p:cNvPicPr preferRelativeResize="0"/>
          <p:nvPr userDrawn="1"/>
        </p:nvPicPr>
        <p:blipFill rotWithShape="1">
          <a:blip r:embed="rId14">
            <a:alphaModFix/>
          </a:blip>
          <a:srcRect r="44003" b="-16"/>
          <a:stretch>
            <a:fillRect/>
          </a:stretch>
        </p:blipFill>
        <p:spPr>
          <a:xfrm>
            <a:off x="18062277" y="10245353"/>
            <a:ext cx="504329" cy="53974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88d7c8248e_0_363"/>
          <p:cNvSpPr/>
          <p:nvPr userDrawn="1"/>
        </p:nvSpPr>
        <p:spPr>
          <a:xfrm>
            <a:off x="743432" y="10245345"/>
            <a:ext cx="17413605" cy="539750"/>
          </a:xfrm>
          <a:custGeom>
            <a:avLst/>
            <a:gdLst/>
            <a:ahLst/>
            <a:cxnLst/>
            <a:rect l="l" t="t" r="r" b="b"/>
            <a:pathLst>
              <a:path w="17413605" h="539750" extrusionOk="0">
                <a:moveTo>
                  <a:pt x="17413082" y="0"/>
                </a:moveTo>
                <a:lnTo>
                  <a:pt x="0" y="0"/>
                </a:lnTo>
                <a:lnTo>
                  <a:pt x="0" y="539669"/>
                </a:lnTo>
                <a:lnTo>
                  <a:pt x="17214135" y="529198"/>
                </a:lnTo>
                <a:lnTo>
                  <a:pt x="17413082" y="0"/>
                </a:lnTo>
                <a:close/>
              </a:path>
            </a:pathLst>
          </a:custGeom>
          <a:solidFill>
            <a:srgbClr val="FF543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88d7c8248e_0_363"/>
          <p:cNvSpPr txBox="1">
            <a:spLocks noGrp="1"/>
          </p:cNvSpPr>
          <p:nvPr>
            <p:ph type="title"/>
          </p:nvPr>
        </p:nvSpPr>
        <p:spPr>
          <a:xfrm>
            <a:off x="743433" y="888785"/>
            <a:ext cx="18219600" cy="15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900" b="1" i="0" u="none" strike="noStrike" cap="none">
                <a:solidFill>
                  <a:srgbClr val="FF543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g388d7c8248e_0_363"/>
          <p:cNvSpPr txBox="1">
            <a:spLocks noGrp="1"/>
          </p:cNvSpPr>
          <p:nvPr>
            <p:ph type="body" idx="1"/>
          </p:nvPr>
        </p:nvSpPr>
        <p:spPr>
          <a:xfrm>
            <a:off x="743432" y="2684622"/>
            <a:ext cx="18219600" cy="73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95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g388d7c8248e_0_36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g388d7c8248e_0_36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g388d7c8248e_0_36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88d7c8248e_0_363"/>
          <p:cNvPicPr preferRelativeResize="0"/>
          <p:nvPr/>
        </p:nvPicPr>
        <p:blipFill rotWithShape="1">
          <a:blip r:embed="rId14">
            <a:alphaModFix/>
          </a:blip>
          <a:srcRect l="1" r="-7848" b="-6123"/>
          <a:stretch>
            <a:fillRect/>
          </a:stretch>
        </p:blipFill>
        <p:spPr>
          <a:xfrm>
            <a:off x="18062277" y="10245353"/>
            <a:ext cx="971311" cy="5727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149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png"/><Relationship Id="rId21" Type="http://schemas.openxmlformats.org/officeDocument/2006/relationships/customXml" Target="../ink/ink9.xml"/><Relationship Id="rId42" Type="http://schemas.openxmlformats.org/officeDocument/2006/relationships/image" Target="../media/image26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39.png"/><Relationship Id="rId16" Type="http://schemas.openxmlformats.org/officeDocument/2006/relationships/image" Target="../media/image13.png"/><Relationship Id="rId11" Type="http://schemas.openxmlformats.org/officeDocument/2006/relationships/customXml" Target="../ink/ink4.xml"/><Relationship Id="rId32" Type="http://schemas.openxmlformats.org/officeDocument/2006/relationships/image" Target="../media/image21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34.png"/><Relationship Id="rId74" Type="http://schemas.openxmlformats.org/officeDocument/2006/relationships/image" Target="../media/image42.png"/><Relationship Id="rId79" Type="http://schemas.openxmlformats.org/officeDocument/2006/relationships/customXml" Target="../ink/ink38.xml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82" Type="http://schemas.openxmlformats.org/officeDocument/2006/relationships/image" Target="../media/image46.png"/><Relationship Id="rId19" Type="http://schemas.openxmlformats.org/officeDocument/2006/relationships/customXml" Target="../ink/ink8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2.xml"/><Relationship Id="rId30" Type="http://schemas.openxmlformats.org/officeDocument/2006/relationships/image" Target="../media/image20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64" Type="http://schemas.openxmlformats.org/officeDocument/2006/relationships/image" Target="../media/image37.png"/><Relationship Id="rId69" Type="http://schemas.openxmlformats.org/officeDocument/2006/relationships/customXml" Target="../ink/ink33.xml"/><Relationship Id="rId77" Type="http://schemas.openxmlformats.org/officeDocument/2006/relationships/customXml" Target="../ink/ink37.xml"/><Relationship Id="rId8" Type="http://schemas.openxmlformats.org/officeDocument/2006/relationships/image" Target="../media/image9.png"/><Relationship Id="rId51" Type="http://schemas.openxmlformats.org/officeDocument/2006/relationships/customXml" Target="../ink/ink24.xml"/><Relationship Id="rId72" Type="http://schemas.openxmlformats.org/officeDocument/2006/relationships/image" Target="../media/image41.png"/><Relationship Id="rId80" Type="http://schemas.openxmlformats.org/officeDocument/2006/relationships/image" Target="../media/image45.png"/><Relationship Id="rId3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24.png"/><Relationship Id="rId46" Type="http://schemas.openxmlformats.org/officeDocument/2006/relationships/image" Target="../media/image28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15.png"/><Relationship Id="rId41" Type="http://schemas.openxmlformats.org/officeDocument/2006/relationships/customXml" Target="../ink/ink19.xml"/><Relationship Id="rId54" Type="http://schemas.openxmlformats.org/officeDocument/2006/relationships/image" Target="../media/image32.png"/><Relationship Id="rId62" Type="http://schemas.openxmlformats.org/officeDocument/2006/relationships/image" Target="../media/image36.png"/><Relationship Id="rId70" Type="http://schemas.openxmlformats.org/officeDocument/2006/relationships/image" Target="../media/image40.png"/><Relationship Id="rId75" Type="http://schemas.openxmlformats.org/officeDocument/2006/relationships/customXml" Target="../ink/ink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10.png"/><Relationship Id="rId31" Type="http://schemas.openxmlformats.org/officeDocument/2006/relationships/customXml" Target="../ink/ink14.xml"/><Relationship Id="rId44" Type="http://schemas.openxmlformats.org/officeDocument/2006/relationships/image" Target="../media/image27.png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65" Type="http://schemas.openxmlformats.org/officeDocument/2006/relationships/customXml" Target="../ink/ink31.xml"/><Relationship Id="rId73" Type="http://schemas.openxmlformats.org/officeDocument/2006/relationships/customXml" Target="../ink/ink35.xml"/><Relationship Id="rId78" Type="http://schemas.openxmlformats.org/officeDocument/2006/relationships/image" Target="../media/image44.png"/><Relationship Id="rId81" Type="http://schemas.openxmlformats.org/officeDocument/2006/relationships/customXml" Target="../ink/ink39.xml"/><Relationship Id="rId4" Type="http://schemas.openxmlformats.org/officeDocument/2006/relationships/image" Target="../media/image7.emf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4.png"/><Relationship Id="rId39" Type="http://schemas.openxmlformats.org/officeDocument/2006/relationships/customXml" Target="../ink/ink18.xml"/><Relationship Id="rId34" Type="http://schemas.openxmlformats.org/officeDocument/2006/relationships/image" Target="../media/image22.png"/><Relationship Id="rId50" Type="http://schemas.openxmlformats.org/officeDocument/2006/relationships/image" Target="../media/image30.png"/><Relationship Id="rId55" Type="http://schemas.openxmlformats.org/officeDocument/2006/relationships/customXml" Target="../ink/ink26.xml"/><Relationship Id="rId76" Type="http://schemas.openxmlformats.org/officeDocument/2006/relationships/image" Target="../media/image43.png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3.xml"/><Relationship Id="rId24" Type="http://schemas.openxmlformats.org/officeDocument/2006/relationships/image" Target="../media/image17.png"/><Relationship Id="rId40" Type="http://schemas.openxmlformats.org/officeDocument/2006/relationships/image" Target="../media/image25.png"/><Relationship Id="rId45" Type="http://schemas.openxmlformats.org/officeDocument/2006/relationships/customXml" Target="../ink/ink21.xml"/><Relationship Id="rId66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png"/><Relationship Id="rId7" Type="http://schemas.openxmlformats.org/officeDocument/2006/relationships/customXml" Target="../ink/ink4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customXml" Target="../ink/ink40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8.png"/><Relationship Id="rId21" Type="http://schemas.openxmlformats.org/officeDocument/2006/relationships/customXml" Target="../ink/ink50.xml"/><Relationship Id="rId42" Type="http://schemas.openxmlformats.org/officeDocument/2006/relationships/image" Target="../media/image66.png"/><Relationship Id="rId47" Type="http://schemas.openxmlformats.org/officeDocument/2006/relationships/customXml" Target="../ink/ink63.xml"/><Relationship Id="rId63" Type="http://schemas.openxmlformats.org/officeDocument/2006/relationships/customXml" Target="../ink/ink71.xml"/><Relationship Id="rId68" Type="http://schemas.openxmlformats.org/officeDocument/2006/relationships/image" Target="../media/image79.png"/><Relationship Id="rId84" Type="http://schemas.openxmlformats.org/officeDocument/2006/relationships/image" Target="../media/image87.png"/><Relationship Id="rId89" Type="http://schemas.openxmlformats.org/officeDocument/2006/relationships/customXml" Target="../ink/ink84.xml"/><Relationship Id="rId16" Type="http://schemas.openxmlformats.org/officeDocument/2006/relationships/image" Target="../media/image53.png"/><Relationship Id="rId11" Type="http://schemas.openxmlformats.org/officeDocument/2006/relationships/customXml" Target="../ink/ink45.xml"/><Relationship Id="rId32" Type="http://schemas.openxmlformats.org/officeDocument/2006/relationships/image" Target="../media/image61.png"/><Relationship Id="rId37" Type="http://schemas.openxmlformats.org/officeDocument/2006/relationships/customXml" Target="../ink/ink58.xml"/><Relationship Id="rId53" Type="http://schemas.openxmlformats.org/officeDocument/2006/relationships/customXml" Target="../ink/ink66.xml"/><Relationship Id="rId58" Type="http://schemas.openxmlformats.org/officeDocument/2006/relationships/image" Target="../media/image74.png"/><Relationship Id="rId74" Type="http://schemas.openxmlformats.org/officeDocument/2006/relationships/image" Target="../media/image82.png"/><Relationship Id="rId79" Type="http://schemas.openxmlformats.org/officeDocument/2006/relationships/customXml" Target="../ink/ink79.xml"/><Relationship Id="rId5" Type="http://schemas.openxmlformats.org/officeDocument/2006/relationships/customXml" Target="../ink/ink42.xml"/><Relationship Id="rId90" Type="http://schemas.openxmlformats.org/officeDocument/2006/relationships/image" Target="../media/image90.png"/><Relationship Id="rId22" Type="http://schemas.openxmlformats.org/officeDocument/2006/relationships/image" Target="../media/image56.png"/><Relationship Id="rId27" Type="http://schemas.openxmlformats.org/officeDocument/2006/relationships/customXml" Target="../ink/ink53.xml"/><Relationship Id="rId43" Type="http://schemas.openxmlformats.org/officeDocument/2006/relationships/customXml" Target="../ink/ink61.xml"/><Relationship Id="rId48" Type="http://schemas.openxmlformats.org/officeDocument/2006/relationships/image" Target="../media/image69.png"/><Relationship Id="rId64" Type="http://schemas.openxmlformats.org/officeDocument/2006/relationships/image" Target="../media/image77.png"/><Relationship Id="rId69" Type="http://schemas.openxmlformats.org/officeDocument/2006/relationships/customXml" Target="../ink/ink74.xml"/><Relationship Id="rId8" Type="http://schemas.openxmlformats.org/officeDocument/2006/relationships/image" Target="../media/image49.png"/><Relationship Id="rId51" Type="http://schemas.openxmlformats.org/officeDocument/2006/relationships/customXml" Target="../ink/ink65.xml"/><Relationship Id="rId72" Type="http://schemas.openxmlformats.org/officeDocument/2006/relationships/image" Target="../media/image81.png"/><Relationship Id="rId80" Type="http://schemas.openxmlformats.org/officeDocument/2006/relationships/image" Target="../media/image85.png"/><Relationship Id="rId85" Type="http://schemas.openxmlformats.org/officeDocument/2006/relationships/customXml" Target="../ink/ink82.xml"/><Relationship Id="rId93" Type="http://schemas.openxmlformats.org/officeDocument/2006/relationships/customXml" Target="../ink/ink86.xml"/><Relationship Id="rId3" Type="http://schemas.openxmlformats.org/officeDocument/2006/relationships/image" Target="../media/image6.png"/><Relationship Id="rId12" Type="http://schemas.openxmlformats.org/officeDocument/2006/relationships/image" Target="../media/image51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33" Type="http://schemas.openxmlformats.org/officeDocument/2006/relationships/customXml" Target="../ink/ink56.xml"/><Relationship Id="rId38" Type="http://schemas.openxmlformats.org/officeDocument/2006/relationships/image" Target="../media/image64.png"/><Relationship Id="rId46" Type="http://schemas.openxmlformats.org/officeDocument/2006/relationships/image" Target="../media/image68.png"/><Relationship Id="rId59" Type="http://schemas.openxmlformats.org/officeDocument/2006/relationships/customXml" Target="../ink/ink69.xml"/><Relationship Id="rId67" Type="http://schemas.openxmlformats.org/officeDocument/2006/relationships/customXml" Target="../ink/ink73.xml"/><Relationship Id="rId20" Type="http://schemas.openxmlformats.org/officeDocument/2006/relationships/image" Target="../media/image55.png"/><Relationship Id="rId41" Type="http://schemas.openxmlformats.org/officeDocument/2006/relationships/customXml" Target="../ink/ink60.xml"/><Relationship Id="rId54" Type="http://schemas.openxmlformats.org/officeDocument/2006/relationships/image" Target="../media/image72.png"/><Relationship Id="rId62" Type="http://schemas.openxmlformats.org/officeDocument/2006/relationships/image" Target="../media/image76.png"/><Relationship Id="rId70" Type="http://schemas.openxmlformats.org/officeDocument/2006/relationships/image" Target="../media/image80.png"/><Relationship Id="rId75" Type="http://schemas.openxmlformats.org/officeDocument/2006/relationships/customXml" Target="../ink/ink77.xml"/><Relationship Id="rId83" Type="http://schemas.openxmlformats.org/officeDocument/2006/relationships/customXml" Target="../ink/ink81.xml"/><Relationship Id="rId88" Type="http://schemas.openxmlformats.org/officeDocument/2006/relationships/image" Target="../media/image89.png"/><Relationship Id="rId91" Type="http://schemas.openxmlformats.org/officeDocument/2006/relationships/customXml" Target="../ink/ink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59.png"/><Relationship Id="rId36" Type="http://schemas.openxmlformats.org/officeDocument/2006/relationships/image" Target="../media/image63.png"/><Relationship Id="rId49" Type="http://schemas.openxmlformats.org/officeDocument/2006/relationships/customXml" Target="../ink/ink64.xml"/><Relationship Id="rId57" Type="http://schemas.openxmlformats.org/officeDocument/2006/relationships/customXml" Target="../ink/ink68.xml"/><Relationship Id="rId10" Type="http://schemas.openxmlformats.org/officeDocument/2006/relationships/image" Target="../media/image50.png"/><Relationship Id="rId31" Type="http://schemas.openxmlformats.org/officeDocument/2006/relationships/customXml" Target="../ink/ink55.xml"/><Relationship Id="rId44" Type="http://schemas.openxmlformats.org/officeDocument/2006/relationships/image" Target="../media/image67.png"/><Relationship Id="rId52" Type="http://schemas.openxmlformats.org/officeDocument/2006/relationships/image" Target="../media/image71.png"/><Relationship Id="rId60" Type="http://schemas.openxmlformats.org/officeDocument/2006/relationships/image" Target="../media/image75.png"/><Relationship Id="rId65" Type="http://schemas.openxmlformats.org/officeDocument/2006/relationships/customXml" Target="../ink/ink72.xml"/><Relationship Id="rId73" Type="http://schemas.openxmlformats.org/officeDocument/2006/relationships/customXml" Target="../ink/ink76.xml"/><Relationship Id="rId78" Type="http://schemas.openxmlformats.org/officeDocument/2006/relationships/image" Target="../media/image84.png"/><Relationship Id="rId81" Type="http://schemas.openxmlformats.org/officeDocument/2006/relationships/customXml" Target="../ink/ink80.xml"/><Relationship Id="rId86" Type="http://schemas.openxmlformats.org/officeDocument/2006/relationships/image" Target="../media/image88.png"/><Relationship Id="rId94" Type="http://schemas.openxmlformats.org/officeDocument/2006/relationships/image" Target="../media/image92.png"/><Relationship Id="rId4" Type="http://schemas.openxmlformats.org/officeDocument/2006/relationships/image" Target="../media/image8.emf"/><Relationship Id="rId9" Type="http://schemas.openxmlformats.org/officeDocument/2006/relationships/customXml" Target="../ink/ink44.xml"/><Relationship Id="rId13" Type="http://schemas.openxmlformats.org/officeDocument/2006/relationships/customXml" Target="../ink/ink46.xml"/><Relationship Id="rId18" Type="http://schemas.openxmlformats.org/officeDocument/2006/relationships/image" Target="../media/image54.png"/><Relationship Id="rId39" Type="http://schemas.openxmlformats.org/officeDocument/2006/relationships/customXml" Target="../ink/ink59.xml"/><Relationship Id="rId34" Type="http://schemas.openxmlformats.org/officeDocument/2006/relationships/image" Target="../media/image62.png"/><Relationship Id="rId50" Type="http://schemas.openxmlformats.org/officeDocument/2006/relationships/image" Target="../media/image70.png"/><Relationship Id="rId55" Type="http://schemas.openxmlformats.org/officeDocument/2006/relationships/customXml" Target="../ink/ink67.xml"/><Relationship Id="rId76" Type="http://schemas.openxmlformats.org/officeDocument/2006/relationships/image" Target="../media/image83.png"/><Relationship Id="rId7" Type="http://schemas.openxmlformats.org/officeDocument/2006/relationships/customXml" Target="../ink/ink43.xml"/><Relationship Id="rId71" Type="http://schemas.openxmlformats.org/officeDocument/2006/relationships/customXml" Target="../ink/ink75.xml"/><Relationship Id="rId92" Type="http://schemas.openxmlformats.org/officeDocument/2006/relationships/image" Target="../media/image91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54.xml"/><Relationship Id="rId24" Type="http://schemas.openxmlformats.org/officeDocument/2006/relationships/image" Target="../media/image57.png"/><Relationship Id="rId40" Type="http://schemas.openxmlformats.org/officeDocument/2006/relationships/image" Target="../media/image65.png"/><Relationship Id="rId45" Type="http://schemas.openxmlformats.org/officeDocument/2006/relationships/customXml" Target="../ink/ink62.xml"/><Relationship Id="rId66" Type="http://schemas.openxmlformats.org/officeDocument/2006/relationships/image" Target="../media/image78.png"/><Relationship Id="rId87" Type="http://schemas.openxmlformats.org/officeDocument/2006/relationships/customXml" Target="../ink/ink83.xml"/><Relationship Id="rId61" Type="http://schemas.openxmlformats.org/officeDocument/2006/relationships/customXml" Target="../ink/ink70.xml"/><Relationship Id="rId82" Type="http://schemas.openxmlformats.org/officeDocument/2006/relationships/image" Target="../media/image86.png"/><Relationship Id="rId19" Type="http://schemas.openxmlformats.org/officeDocument/2006/relationships/customXml" Target="../ink/ink49.xml"/><Relationship Id="rId14" Type="http://schemas.openxmlformats.org/officeDocument/2006/relationships/image" Target="../media/image52.png"/><Relationship Id="rId30" Type="http://schemas.openxmlformats.org/officeDocument/2006/relationships/image" Target="../media/image60.png"/><Relationship Id="rId35" Type="http://schemas.openxmlformats.org/officeDocument/2006/relationships/customXml" Target="../ink/ink57.xml"/><Relationship Id="rId56" Type="http://schemas.openxmlformats.org/officeDocument/2006/relationships/image" Target="../media/image73.png"/><Relationship Id="rId77" Type="http://schemas.openxmlformats.org/officeDocument/2006/relationships/customXml" Target="../ink/ink78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3.xml"/><Relationship Id="rId21" Type="http://schemas.openxmlformats.org/officeDocument/2006/relationships/customXml" Target="../ink/ink95.xml"/><Relationship Id="rId42" Type="http://schemas.openxmlformats.org/officeDocument/2006/relationships/image" Target="../media/image63.png"/><Relationship Id="rId63" Type="http://schemas.openxmlformats.org/officeDocument/2006/relationships/customXml" Target="../ink/ink116.xml"/><Relationship Id="rId84" Type="http://schemas.openxmlformats.org/officeDocument/2006/relationships/image" Target="../media/image84.png"/><Relationship Id="rId138" Type="http://schemas.openxmlformats.org/officeDocument/2006/relationships/image" Target="../media/image114.png"/><Relationship Id="rId159" Type="http://schemas.openxmlformats.org/officeDocument/2006/relationships/customXml" Target="../ink/ink164.xml"/><Relationship Id="rId170" Type="http://schemas.openxmlformats.org/officeDocument/2006/relationships/image" Target="../media/image130.png"/><Relationship Id="rId191" Type="http://schemas.openxmlformats.org/officeDocument/2006/relationships/customXml" Target="../ink/ink180.xml"/><Relationship Id="rId205" Type="http://schemas.openxmlformats.org/officeDocument/2006/relationships/customXml" Target="../ink/ink187.xml"/><Relationship Id="rId107" Type="http://schemas.openxmlformats.org/officeDocument/2006/relationships/customXml" Target="../ink/ink138.xml"/><Relationship Id="rId11" Type="http://schemas.openxmlformats.org/officeDocument/2006/relationships/customXml" Target="../ink/ink90.xml"/><Relationship Id="rId32" Type="http://schemas.openxmlformats.org/officeDocument/2006/relationships/image" Target="../media/image58.png"/><Relationship Id="rId53" Type="http://schemas.openxmlformats.org/officeDocument/2006/relationships/customXml" Target="../ink/ink111.xml"/><Relationship Id="rId74" Type="http://schemas.openxmlformats.org/officeDocument/2006/relationships/image" Target="../media/image79.png"/><Relationship Id="rId128" Type="http://schemas.openxmlformats.org/officeDocument/2006/relationships/image" Target="../media/image109.png"/><Relationship Id="rId149" Type="http://schemas.openxmlformats.org/officeDocument/2006/relationships/customXml" Target="../ink/ink159.xml"/><Relationship Id="rId5" Type="http://schemas.openxmlformats.org/officeDocument/2006/relationships/customXml" Target="../ink/ink87.xml"/><Relationship Id="rId95" Type="http://schemas.openxmlformats.org/officeDocument/2006/relationships/customXml" Target="../ink/ink132.xml"/><Relationship Id="rId160" Type="http://schemas.openxmlformats.org/officeDocument/2006/relationships/image" Target="../media/image125.png"/><Relationship Id="rId181" Type="http://schemas.openxmlformats.org/officeDocument/2006/relationships/customXml" Target="../ink/ink175.xml"/><Relationship Id="rId22" Type="http://schemas.openxmlformats.org/officeDocument/2006/relationships/image" Target="../media/image53.png"/><Relationship Id="rId43" Type="http://schemas.openxmlformats.org/officeDocument/2006/relationships/customXml" Target="../ink/ink106.xml"/><Relationship Id="rId64" Type="http://schemas.openxmlformats.org/officeDocument/2006/relationships/image" Target="../media/image74.png"/><Relationship Id="rId118" Type="http://schemas.openxmlformats.org/officeDocument/2006/relationships/image" Target="../media/image104.png"/><Relationship Id="rId139" Type="http://schemas.openxmlformats.org/officeDocument/2006/relationships/customXml" Target="../ink/ink154.xml"/><Relationship Id="rId85" Type="http://schemas.openxmlformats.org/officeDocument/2006/relationships/customXml" Target="../ink/ink127.xml"/><Relationship Id="rId150" Type="http://schemas.openxmlformats.org/officeDocument/2006/relationships/image" Target="../media/image120.png"/><Relationship Id="rId171" Type="http://schemas.openxmlformats.org/officeDocument/2006/relationships/customXml" Target="../ink/ink170.xml"/><Relationship Id="rId192" Type="http://schemas.openxmlformats.org/officeDocument/2006/relationships/image" Target="../media/image141.png"/><Relationship Id="rId206" Type="http://schemas.openxmlformats.org/officeDocument/2006/relationships/image" Target="../media/image148.png"/><Relationship Id="rId12" Type="http://schemas.openxmlformats.org/officeDocument/2006/relationships/image" Target="../media/image94.png"/><Relationship Id="rId33" Type="http://schemas.openxmlformats.org/officeDocument/2006/relationships/customXml" Target="../ink/ink101.xml"/><Relationship Id="rId108" Type="http://schemas.openxmlformats.org/officeDocument/2006/relationships/image" Target="../media/image99.png"/><Relationship Id="rId129" Type="http://schemas.openxmlformats.org/officeDocument/2006/relationships/customXml" Target="../ink/ink149.xml"/><Relationship Id="rId54" Type="http://schemas.openxmlformats.org/officeDocument/2006/relationships/image" Target="../media/image69.png"/><Relationship Id="rId75" Type="http://schemas.openxmlformats.org/officeDocument/2006/relationships/customXml" Target="../ink/ink122.xml"/><Relationship Id="rId96" Type="http://schemas.openxmlformats.org/officeDocument/2006/relationships/image" Target="../media/image90.png"/><Relationship Id="rId140" Type="http://schemas.openxmlformats.org/officeDocument/2006/relationships/image" Target="../media/image115.png"/><Relationship Id="rId161" Type="http://schemas.openxmlformats.org/officeDocument/2006/relationships/customXml" Target="../ink/ink165.xml"/><Relationship Id="rId182" Type="http://schemas.openxmlformats.org/officeDocument/2006/relationships/image" Target="../media/image136.png"/><Relationship Id="rId6" Type="http://schemas.openxmlformats.org/officeDocument/2006/relationships/image" Target="../media/image48.png"/><Relationship Id="rId23" Type="http://schemas.openxmlformats.org/officeDocument/2006/relationships/customXml" Target="../ink/ink96.xml"/><Relationship Id="rId119" Type="http://schemas.openxmlformats.org/officeDocument/2006/relationships/customXml" Target="../ink/ink144.xml"/><Relationship Id="rId44" Type="http://schemas.openxmlformats.org/officeDocument/2006/relationships/image" Target="../media/image64.png"/><Relationship Id="rId65" Type="http://schemas.openxmlformats.org/officeDocument/2006/relationships/customXml" Target="../ink/ink117.xml"/><Relationship Id="rId86" Type="http://schemas.openxmlformats.org/officeDocument/2006/relationships/image" Target="../media/image85.png"/><Relationship Id="rId130" Type="http://schemas.openxmlformats.org/officeDocument/2006/relationships/image" Target="../media/image110.png"/><Relationship Id="rId151" Type="http://schemas.openxmlformats.org/officeDocument/2006/relationships/customXml" Target="../ink/ink160.xml"/><Relationship Id="rId172" Type="http://schemas.openxmlformats.org/officeDocument/2006/relationships/image" Target="../media/image131.png"/><Relationship Id="rId193" Type="http://schemas.openxmlformats.org/officeDocument/2006/relationships/customXml" Target="../ink/ink181.xml"/><Relationship Id="rId207" Type="http://schemas.openxmlformats.org/officeDocument/2006/relationships/customXml" Target="../ink/ink188.xml"/><Relationship Id="rId13" Type="http://schemas.openxmlformats.org/officeDocument/2006/relationships/customXml" Target="../ink/ink91.xml"/><Relationship Id="rId109" Type="http://schemas.openxmlformats.org/officeDocument/2006/relationships/customXml" Target="../ink/ink139.xml"/><Relationship Id="rId34" Type="http://schemas.openxmlformats.org/officeDocument/2006/relationships/image" Target="../media/image59.png"/><Relationship Id="rId55" Type="http://schemas.openxmlformats.org/officeDocument/2006/relationships/customXml" Target="../ink/ink112.xml"/><Relationship Id="rId76" Type="http://schemas.openxmlformats.org/officeDocument/2006/relationships/image" Target="../media/image80.png"/><Relationship Id="rId97" Type="http://schemas.openxmlformats.org/officeDocument/2006/relationships/customXml" Target="../ink/ink133.xml"/><Relationship Id="rId120" Type="http://schemas.openxmlformats.org/officeDocument/2006/relationships/image" Target="../media/image105.png"/><Relationship Id="rId141" Type="http://schemas.openxmlformats.org/officeDocument/2006/relationships/customXml" Target="../ink/ink155.xml"/><Relationship Id="rId7" Type="http://schemas.openxmlformats.org/officeDocument/2006/relationships/customXml" Target="../ink/ink88.xml"/><Relationship Id="rId162" Type="http://schemas.openxmlformats.org/officeDocument/2006/relationships/image" Target="../media/image126.png"/><Relationship Id="rId183" Type="http://schemas.openxmlformats.org/officeDocument/2006/relationships/customXml" Target="../ink/ink176.xml"/><Relationship Id="rId24" Type="http://schemas.openxmlformats.org/officeDocument/2006/relationships/image" Target="../media/image54.png"/><Relationship Id="rId40" Type="http://schemas.openxmlformats.org/officeDocument/2006/relationships/image" Target="../media/image62.png"/><Relationship Id="rId45" Type="http://schemas.openxmlformats.org/officeDocument/2006/relationships/customXml" Target="../ink/ink107.xml"/><Relationship Id="rId66" Type="http://schemas.openxmlformats.org/officeDocument/2006/relationships/image" Target="../media/image75.png"/><Relationship Id="rId87" Type="http://schemas.openxmlformats.org/officeDocument/2006/relationships/customXml" Target="../ink/ink128.xml"/><Relationship Id="rId110" Type="http://schemas.openxmlformats.org/officeDocument/2006/relationships/image" Target="../media/image100.png"/><Relationship Id="rId115" Type="http://schemas.openxmlformats.org/officeDocument/2006/relationships/customXml" Target="../ink/ink142.xml"/><Relationship Id="rId131" Type="http://schemas.openxmlformats.org/officeDocument/2006/relationships/customXml" Target="../ink/ink150.xml"/><Relationship Id="rId136" Type="http://schemas.openxmlformats.org/officeDocument/2006/relationships/image" Target="../media/image113.png"/><Relationship Id="rId157" Type="http://schemas.openxmlformats.org/officeDocument/2006/relationships/customXml" Target="../ink/ink163.xml"/><Relationship Id="rId178" Type="http://schemas.openxmlformats.org/officeDocument/2006/relationships/image" Target="../media/image134.png"/><Relationship Id="rId61" Type="http://schemas.openxmlformats.org/officeDocument/2006/relationships/customXml" Target="../ink/ink115.xml"/><Relationship Id="rId82" Type="http://schemas.openxmlformats.org/officeDocument/2006/relationships/image" Target="../media/image83.png"/><Relationship Id="rId152" Type="http://schemas.openxmlformats.org/officeDocument/2006/relationships/image" Target="../media/image121.png"/><Relationship Id="rId173" Type="http://schemas.openxmlformats.org/officeDocument/2006/relationships/customXml" Target="../ink/ink171.xml"/><Relationship Id="rId194" Type="http://schemas.openxmlformats.org/officeDocument/2006/relationships/image" Target="../media/image142.png"/><Relationship Id="rId199" Type="http://schemas.openxmlformats.org/officeDocument/2006/relationships/customXml" Target="../ink/ink184.xml"/><Relationship Id="rId203" Type="http://schemas.openxmlformats.org/officeDocument/2006/relationships/customXml" Target="../ink/ink186.xml"/><Relationship Id="rId208" Type="http://schemas.openxmlformats.org/officeDocument/2006/relationships/image" Target="../media/image149.png"/><Relationship Id="rId19" Type="http://schemas.openxmlformats.org/officeDocument/2006/relationships/customXml" Target="../ink/ink94.xml"/><Relationship Id="rId14" Type="http://schemas.openxmlformats.org/officeDocument/2006/relationships/image" Target="../media/image95.png"/><Relationship Id="rId30" Type="http://schemas.openxmlformats.org/officeDocument/2006/relationships/image" Target="../media/image57.png"/><Relationship Id="rId35" Type="http://schemas.openxmlformats.org/officeDocument/2006/relationships/customXml" Target="../ink/ink102.xml"/><Relationship Id="rId56" Type="http://schemas.openxmlformats.org/officeDocument/2006/relationships/image" Target="../media/image70.png"/><Relationship Id="rId77" Type="http://schemas.openxmlformats.org/officeDocument/2006/relationships/customXml" Target="../ink/ink123.xml"/><Relationship Id="rId100" Type="http://schemas.openxmlformats.org/officeDocument/2006/relationships/image" Target="../media/image92.png"/><Relationship Id="rId105" Type="http://schemas.openxmlformats.org/officeDocument/2006/relationships/customXml" Target="../ink/ink137.xml"/><Relationship Id="rId126" Type="http://schemas.openxmlformats.org/officeDocument/2006/relationships/image" Target="../media/image108.png"/><Relationship Id="rId147" Type="http://schemas.openxmlformats.org/officeDocument/2006/relationships/customXml" Target="../ink/ink158.xml"/><Relationship Id="rId168" Type="http://schemas.openxmlformats.org/officeDocument/2006/relationships/image" Target="../media/image129.png"/><Relationship Id="rId8" Type="http://schemas.openxmlformats.org/officeDocument/2006/relationships/image" Target="../media/image49.png"/><Relationship Id="rId51" Type="http://schemas.openxmlformats.org/officeDocument/2006/relationships/customXml" Target="../ink/ink110.xml"/><Relationship Id="rId72" Type="http://schemas.openxmlformats.org/officeDocument/2006/relationships/image" Target="../media/image78.png"/><Relationship Id="rId93" Type="http://schemas.openxmlformats.org/officeDocument/2006/relationships/customXml" Target="../ink/ink131.xml"/><Relationship Id="rId98" Type="http://schemas.openxmlformats.org/officeDocument/2006/relationships/image" Target="../media/image91.png"/><Relationship Id="rId121" Type="http://schemas.openxmlformats.org/officeDocument/2006/relationships/customXml" Target="../ink/ink145.xml"/><Relationship Id="rId142" Type="http://schemas.openxmlformats.org/officeDocument/2006/relationships/image" Target="../media/image116.png"/><Relationship Id="rId163" Type="http://schemas.openxmlformats.org/officeDocument/2006/relationships/customXml" Target="../ink/ink166.xml"/><Relationship Id="rId184" Type="http://schemas.openxmlformats.org/officeDocument/2006/relationships/image" Target="../media/image137.png"/><Relationship Id="rId189" Type="http://schemas.openxmlformats.org/officeDocument/2006/relationships/customXml" Target="../ink/ink179.xml"/><Relationship Id="rId3" Type="http://schemas.openxmlformats.org/officeDocument/2006/relationships/image" Target="../media/image6.png"/><Relationship Id="rId25" Type="http://schemas.openxmlformats.org/officeDocument/2006/relationships/customXml" Target="../ink/ink97.xml"/><Relationship Id="rId46" Type="http://schemas.openxmlformats.org/officeDocument/2006/relationships/image" Target="../media/image65.png"/><Relationship Id="rId67" Type="http://schemas.openxmlformats.org/officeDocument/2006/relationships/customXml" Target="../ink/ink118.xml"/><Relationship Id="rId116" Type="http://schemas.openxmlformats.org/officeDocument/2006/relationships/image" Target="../media/image103.png"/><Relationship Id="rId137" Type="http://schemas.openxmlformats.org/officeDocument/2006/relationships/customXml" Target="../ink/ink153.xml"/><Relationship Id="rId158" Type="http://schemas.openxmlformats.org/officeDocument/2006/relationships/image" Target="../media/image124.png"/><Relationship Id="rId20" Type="http://schemas.openxmlformats.org/officeDocument/2006/relationships/image" Target="../media/image52.png"/><Relationship Id="rId41" Type="http://schemas.openxmlformats.org/officeDocument/2006/relationships/customXml" Target="../ink/ink105.xml"/><Relationship Id="rId62" Type="http://schemas.openxmlformats.org/officeDocument/2006/relationships/image" Target="../media/image73.png"/><Relationship Id="rId83" Type="http://schemas.openxmlformats.org/officeDocument/2006/relationships/customXml" Target="../ink/ink126.xml"/><Relationship Id="rId88" Type="http://schemas.openxmlformats.org/officeDocument/2006/relationships/image" Target="../media/image86.png"/><Relationship Id="rId111" Type="http://schemas.openxmlformats.org/officeDocument/2006/relationships/customXml" Target="../ink/ink140.xml"/><Relationship Id="rId132" Type="http://schemas.openxmlformats.org/officeDocument/2006/relationships/image" Target="../media/image111.png"/><Relationship Id="rId153" Type="http://schemas.openxmlformats.org/officeDocument/2006/relationships/customXml" Target="../ink/ink161.xml"/><Relationship Id="rId174" Type="http://schemas.openxmlformats.org/officeDocument/2006/relationships/image" Target="../media/image132.png"/><Relationship Id="rId179" Type="http://schemas.openxmlformats.org/officeDocument/2006/relationships/customXml" Target="../ink/ink174.xml"/><Relationship Id="rId195" Type="http://schemas.openxmlformats.org/officeDocument/2006/relationships/customXml" Target="../ink/ink182.xml"/><Relationship Id="rId190" Type="http://schemas.openxmlformats.org/officeDocument/2006/relationships/image" Target="../media/image140.png"/><Relationship Id="rId204" Type="http://schemas.openxmlformats.org/officeDocument/2006/relationships/image" Target="../media/image147.png"/><Relationship Id="rId15" Type="http://schemas.openxmlformats.org/officeDocument/2006/relationships/customXml" Target="../ink/ink92.xml"/><Relationship Id="rId36" Type="http://schemas.openxmlformats.org/officeDocument/2006/relationships/image" Target="../media/image60.png"/><Relationship Id="rId57" Type="http://schemas.openxmlformats.org/officeDocument/2006/relationships/customXml" Target="../ink/ink113.xml"/><Relationship Id="rId106" Type="http://schemas.openxmlformats.org/officeDocument/2006/relationships/image" Target="../media/image98.png"/><Relationship Id="rId127" Type="http://schemas.openxmlformats.org/officeDocument/2006/relationships/customXml" Target="../ink/ink148.xml"/><Relationship Id="rId10" Type="http://schemas.openxmlformats.org/officeDocument/2006/relationships/image" Target="../media/image93.png"/><Relationship Id="rId31" Type="http://schemas.openxmlformats.org/officeDocument/2006/relationships/customXml" Target="../ink/ink100.xml"/><Relationship Id="rId52" Type="http://schemas.openxmlformats.org/officeDocument/2006/relationships/image" Target="../media/image68.png"/><Relationship Id="rId73" Type="http://schemas.openxmlformats.org/officeDocument/2006/relationships/customXml" Target="../ink/ink121.xml"/><Relationship Id="rId78" Type="http://schemas.openxmlformats.org/officeDocument/2006/relationships/image" Target="../media/image81.png"/><Relationship Id="rId94" Type="http://schemas.openxmlformats.org/officeDocument/2006/relationships/image" Target="../media/image89.png"/><Relationship Id="rId99" Type="http://schemas.openxmlformats.org/officeDocument/2006/relationships/customXml" Target="../ink/ink134.xml"/><Relationship Id="rId101" Type="http://schemas.openxmlformats.org/officeDocument/2006/relationships/customXml" Target="../ink/ink135.xml"/><Relationship Id="rId122" Type="http://schemas.openxmlformats.org/officeDocument/2006/relationships/image" Target="../media/image106.png"/><Relationship Id="rId143" Type="http://schemas.openxmlformats.org/officeDocument/2006/relationships/customXml" Target="../ink/ink156.xml"/><Relationship Id="rId148" Type="http://schemas.openxmlformats.org/officeDocument/2006/relationships/image" Target="../media/image119.png"/><Relationship Id="rId164" Type="http://schemas.openxmlformats.org/officeDocument/2006/relationships/image" Target="../media/image127.png"/><Relationship Id="rId169" Type="http://schemas.openxmlformats.org/officeDocument/2006/relationships/customXml" Target="../ink/ink169.xml"/><Relationship Id="rId185" Type="http://schemas.openxmlformats.org/officeDocument/2006/relationships/customXml" Target="../ink/ink177.xml"/><Relationship Id="rId4" Type="http://schemas.openxmlformats.org/officeDocument/2006/relationships/image" Target="../media/image8.emf"/><Relationship Id="rId9" Type="http://schemas.openxmlformats.org/officeDocument/2006/relationships/customXml" Target="../ink/ink89.xml"/><Relationship Id="rId180" Type="http://schemas.openxmlformats.org/officeDocument/2006/relationships/image" Target="../media/image135.png"/><Relationship Id="rId26" Type="http://schemas.openxmlformats.org/officeDocument/2006/relationships/image" Target="../media/image55.png"/><Relationship Id="rId47" Type="http://schemas.openxmlformats.org/officeDocument/2006/relationships/customXml" Target="../ink/ink108.xml"/><Relationship Id="rId68" Type="http://schemas.openxmlformats.org/officeDocument/2006/relationships/image" Target="../media/image76.png"/><Relationship Id="rId89" Type="http://schemas.openxmlformats.org/officeDocument/2006/relationships/customXml" Target="../ink/ink129.xml"/><Relationship Id="rId112" Type="http://schemas.openxmlformats.org/officeDocument/2006/relationships/image" Target="../media/image101.png"/><Relationship Id="rId133" Type="http://schemas.openxmlformats.org/officeDocument/2006/relationships/customXml" Target="../ink/ink151.xml"/><Relationship Id="rId154" Type="http://schemas.openxmlformats.org/officeDocument/2006/relationships/image" Target="../media/image122.png"/><Relationship Id="rId175" Type="http://schemas.openxmlformats.org/officeDocument/2006/relationships/customXml" Target="../ink/ink172.xml"/><Relationship Id="rId196" Type="http://schemas.openxmlformats.org/officeDocument/2006/relationships/image" Target="../media/image143.png"/><Relationship Id="rId200" Type="http://schemas.openxmlformats.org/officeDocument/2006/relationships/image" Target="../media/image145.png"/><Relationship Id="rId16" Type="http://schemas.openxmlformats.org/officeDocument/2006/relationships/image" Target="../media/image50.png"/><Relationship Id="rId37" Type="http://schemas.openxmlformats.org/officeDocument/2006/relationships/customXml" Target="../ink/ink103.xml"/><Relationship Id="rId58" Type="http://schemas.openxmlformats.org/officeDocument/2006/relationships/image" Target="../media/image71.png"/><Relationship Id="rId79" Type="http://schemas.openxmlformats.org/officeDocument/2006/relationships/customXml" Target="../ink/ink124.xml"/><Relationship Id="rId102" Type="http://schemas.openxmlformats.org/officeDocument/2006/relationships/image" Target="../media/image96.png"/><Relationship Id="rId123" Type="http://schemas.openxmlformats.org/officeDocument/2006/relationships/customXml" Target="../ink/ink146.xml"/><Relationship Id="rId144" Type="http://schemas.openxmlformats.org/officeDocument/2006/relationships/image" Target="../media/image117.png"/><Relationship Id="rId90" Type="http://schemas.openxmlformats.org/officeDocument/2006/relationships/image" Target="../media/image87.png"/><Relationship Id="rId165" Type="http://schemas.openxmlformats.org/officeDocument/2006/relationships/customXml" Target="../ink/ink167.xml"/><Relationship Id="rId186" Type="http://schemas.openxmlformats.org/officeDocument/2006/relationships/image" Target="../media/image138.png"/><Relationship Id="rId27" Type="http://schemas.openxmlformats.org/officeDocument/2006/relationships/customXml" Target="../ink/ink98.xml"/><Relationship Id="rId48" Type="http://schemas.openxmlformats.org/officeDocument/2006/relationships/image" Target="../media/image66.png"/><Relationship Id="rId69" Type="http://schemas.openxmlformats.org/officeDocument/2006/relationships/customXml" Target="../ink/ink119.xml"/><Relationship Id="rId113" Type="http://schemas.openxmlformats.org/officeDocument/2006/relationships/customXml" Target="../ink/ink141.xml"/><Relationship Id="rId134" Type="http://schemas.openxmlformats.org/officeDocument/2006/relationships/image" Target="../media/image112.png"/><Relationship Id="rId80" Type="http://schemas.openxmlformats.org/officeDocument/2006/relationships/image" Target="../media/image82.png"/><Relationship Id="rId155" Type="http://schemas.openxmlformats.org/officeDocument/2006/relationships/customXml" Target="../ink/ink162.xml"/><Relationship Id="rId176" Type="http://schemas.openxmlformats.org/officeDocument/2006/relationships/image" Target="../media/image133.png"/><Relationship Id="rId197" Type="http://schemas.openxmlformats.org/officeDocument/2006/relationships/customXml" Target="../ink/ink183.xml"/><Relationship Id="rId201" Type="http://schemas.openxmlformats.org/officeDocument/2006/relationships/customXml" Target="../ink/ink185.xml"/><Relationship Id="rId17" Type="http://schemas.openxmlformats.org/officeDocument/2006/relationships/customXml" Target="../ink/ink93.xml"/><Relationship Id="rId38" Type="http://schemas.openxmlformats.org/officeDocument/2006/relationships/image" Target="../media/image61.png"/><Relationship Id="rId59" Type="http://schemas.openxmlformats.org/officeDocument/2006/relationships/customXml" Target="../ink/ink114.xml"/><Relationship Id="rId103" Type="http://schemas.openxmlformats.org/officeDocument/2006/relationships/customXml" Target="../ink/ink136.xml"/><Relationship Id="rId124" Type="http://schemas.openxmlformats.org/officeDocument/2006/relationships/image" Target="../media/image107.png"/><Relationship Id="rId70" Type="http://schemas.openxmlformats.org/officeDocument/2006/relationships/image" Target="../media/image77.png"/><Relationship Id="rId91" Type="http://schemas.openxmlformats.org/officeDocument/2006/relationships/customXml" Target="../ink/ink130.xml"/><Relationship Id="rId145" Type="http://schemas.openxmlformats.org/officeDocument/2006/relationships/customXml" Target="../ink/ink157.xml"/><Relationship Id="rId166" Type="http://schemas.openxmlformats.org/officeDocument/2006/relationships/image" Target="../media/image128.png"/><Relationship Id="rId187" Type="http://schemas.openxmlformats.org/officeDocument/2006/relationships/customXml" Target="../ink/ink178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56.png"/><Relationship Id="rId49" Type="http://schemas.openxmlformats.org/officeDocument/2006/relationships/customXml" Target="../ink/ink109.xml"/><Relationship Id="rId114" Type="http://schemas.openxmlformats.org/officeDocument/2006/relationships/image" Target="../media/image102.png"/><Relationship Id="rId60" Type="http://schemas.openxmlformats.org/officeDocument/2006/relationships/image" Target="../media/image72.png"/><Relationship Id="rId81" Type="http://schemas.openxmlformats.org/officeDocument/2006/relationships/customXml" Target="../ink/ink125.xml"/><Relationship Id="rId135" Type="http://schemas.openxmlformats.org/officeDocument/2006/relationships/customXml" Target="../ink/ink152.xml"/><Relationship Id="rId156" Type="http://schemas.openxmlformats.org/officeDocument/2006/relationships/image" Target="../media/image123.png"/><Relationship Id="rId177" Type="http://schemas.openxmlformats.org/officeDocument/2006/relationships/customXml" Target="../ink/ink173.xml"/><Relationship Id="rId198" Type="http://schemas.openxmlformats.org/officeDocument/2006/relationships/image" Target="../media/image144.png"/><Relationship Id="rId202" Type="http://schemas.openxmlformats.org/officeDocument/2006/relationships/image" Target="../media/image146.png"/><Relationship Id="rId18" Type="http://schemas.openxmlformats.org/officeDocument/2006/relationships/image" Target="../media/image51.png"/><Relationship Id="rId39" Type="http://schemas.openxmlformats.org/officeDocument/2006/relationships/customXml" Target="../ink/ink104.xml"/><Relationship Id="rId50" Type="http://schemas.openxmlformats.org/officeDocument/2006/relationships/image" Target="../media/image67.png"/><Relationship Id="rId104" Type="http://schemas.openxmlformats.org/officeDocument/2006/relationships/image" Target="../media/image97.png"/><Relationship Id="rId125" Type="http://schemas.openxmlformats.org/officeDocument/2006/relationships/customXml" Target="../ink/ink147.xml"/><Relationship Id="rId146" Type="http://schemas.openxmlformats.org/officeDocument/2006/relationships/image" Target="../media/image118.png"/><Relationship Id="rId167" Type="http://schemas.openxmlformats.org/officeDocument/2006/relationships/customXml" Target="../ink/ink168.xml"/><Relationship Id="rId188" Type="http://schemas.openxmlformats.org/officeDocument/2006/relationships/image" Target="../media/image139.png"/><Relationship Id="rId71" Type="http://schemas.openxmlformats.org/officeDocument/2006/relationships/customXml" Target="../ink/ink120.xml"/><Relationship Id="rId92" Type="http://schemas.openxmlformats.org/officeDocument/2006/relationships/image" Target="../media/image88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9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5.xml"/><Relationship Id="rId299" Type="http://schemas.openxmlformats.org/officeDocument/2006/relationships/customXml" Target="../ink/ink336.xml"/><Relationship Id="rId21" Type="http://schemas.openxmlformats.org/officeDocument/2006/relationships/customXml" Target="../ink/ink197.xml"/><Relationship Id="rId63" Type="http://schemas.openxmlformats.org/officeDocument/2006/relationships/customXml" Target="../ink/ink218.xml"/><Relationship Id="rId159" Type="http://schemas.openxmlformats.org/officeDocument/2006/relationships/customXml" Target="../ink/ink266.xml"/><Relationship Id="rId324" Type="http://schemas.openxmlformats.org/officeDocument/2006/relationships/image" Target="../media/image207.png"/><Relationship Id="rId170" Type="http://schemas.openxmlformats.org/officeDocument/2006/relationships/image" Target="../media/image125.png"/><Relationship Id="rId226" Type="http://schemas.openxmlformats.org/officeDocument/2006/relationships/image" Target="../media/image158.png"/><Relationship Id="rId268" Type="http://schemas.openxmlformats.org/officeDocument/2006/relationships/image" Target="../media/image179.png"/><Relationship Id="rId32" Type="http://schemas.openxmlformats.org/officeDocument/2006/relationships/image" Target="../media/image53.png"/><Relationship Id="rId74" Type="http://schemas.openxmlformats.org/officeDocument/2006/relationships/image" Target="../media/image74.png"/><Relationship Id="rId128" Type="http://schemas.openxmlformats.org/officeDocument/2006/relationships/image" Target="../media/image104.png"/><Relationship Id="rId335" Type="http://schemas.openxmlformats.org/officeDocument/2006/relationships/customXml" Target="../ink/ink354.xml"/><Relationship Id="rId5" Type="http://schemas.openxmlformats.org/officeDocument/2006/relationships/customXml" Target="../ink/ink189.xml"/><Relationship Id="rId181" Type="http://schemas.openxmlformats.org/officeDocument/2006/relationships/customXml" Target="../ink/ink277.xml"/><Relationship Id="rId237" Type="http://schemas.openxmlformats.org/officeDocument/2006/relationships/customXml" Target="../ink/ink305.xml"/><Relationship Id="rId279" Type="http://schemas.openxmlformats.org/officeDocument/2006/relationships/customXml" Target="../ink/ink326.xml"/><Relationship Id="rId43" Type="http://schemas.openxmlformats.org/officeDocument/2006/relationships/customXml" Target="../ink/ink208.xml"/><Relationship Id="rId139" Type="http://schemas.openxmlformats.org/officeDocument/2006/relationships/customXml" Target="../ink/ink256.xml"/><Relationship Id="rId290" Type="http://schemas.openxmlformats.org/officeDocument/2006/relationships/image" Target="../media/image190.png"/><Relationship Id="rId304" Type="http://schemas.openxmlformats.org/officeDocument/2006/relationships/image" Target="../media/image197.png"/><Relationship Id="rId85" Type="http://schemas.openxmlformats.org/officeDocument/2006/relationships/customXml" Target="../ink/ink229.xml"/><Relationship Id="rId150" Type="http://schemas.openxmlformats.org/officeDocument/2006/relationships/image" Target="../media/image115.png"/><Relationship Id="rId192" Type="http://schemas.openxmlformats.org/officeDocument/2006/relationships/image" Target="../media/image136.png"/><Relationship Id="rId206" Type="http://schemas.openxmlformats.org/officeDocument/2006/relationships/image" Target="../media/image143.png"/><Relationship Id="rId248" Type="http://schemas.openxmlformats.org/officeDocument/2006/relationships/image" Target="../media/image169.png"/><Relationship Id="rId12" Type="http://schemas.openxmlformats.org/officeDocument/2006/relationships/image" Target="../media/image94.png"/><Relationship Id="rId108" Type="http://schemas.openxmlformats.org/officeDocument/2006/relationships/image" Target="../media/image91.png"/><Relationship Id="rId315" Type="http://schemas.openxmlformats.org/officeDocument/2006/relationships/customXml" Target="../ink/ink344.xml"/><Relationship Id="rId54" Type="http://schemas.openxmlformats.org/officeDocument/2006/relationships/image" Target="../media/image64.png"/><Relationship Id="rId96" Type="http://schemas.openxmlformats.org/officeDocument/2006/relationships/image" Target="../media/image85.png"/><Relationship Id="rId161" Type="http://schemas.openxmlformats.org/officeDocument/2006/relationships/customXml" Target="../ink/ink267.xml"/><Relationship Id="rId217" Type="http://schemas.openxmlformats.org/officeDocument/2006/relationships/customXml" Target="../ink/ink295.xml"/><Relationship Id="rId259" Type="http://schemas.openxmlformats.org/officeDocument/2006/relationships/customXml" Target="../ink/ink316.xml"/><Relationship Id="rId23" Type="http://schemas.openxmlformats.org/officeDocument/2006/relationships/customXml" Target="../ink/ink198.xml"/><Relationship Id="rId119" Type="http://schemas.openxmlformats.org/officeDocument/2006/relationships/customXml" Target="../ink/ink246.xml"/><Relationship Id="rId270" Type="http://schemas.openxmlformats.org/officeDocument/2006/relationships/image" Target="../media/image180.png"/><Relationship Id="rId326" Type="http://schemas.openxmlformats.org/officeDocument/2006/relationships/image" Target="../media/image208.png"/><Relationship Id="rId65" Type="http://schemas.openxmlformats.org/officeDocument/2006/relationships/customXml" Target="../ink/ink219.xml"/><Relationship Id="rId130" Type="http://schemas.openxmlformats.org/officeDocument/2006/relationships/image" Target="../media/image105.png"/><Relationship Id="rId172" Type="http://schemas.openxmlformats.org/officeDocument/2006/relationships/image" Target="../media/image126.png"/><Relationship Id="rId228" Type="http://schemas.openxmlformats.org/officeDocument/2006/relationships/image" Target="../media/image159.png"/><Relationship Id="rId281" Type="http://schemas.openxmlformats.org/officeDocument/2006/relationships/customXml" Target="../ink/ink327.xml"/><Relationship Id="rId337" Type="http://schemas.openxmlformats.org/officeDocument/2006/relationships/customXml" Target="../ink/ink355.xml"/><Relationship Id="rId34" Type="http://schemas.openxmlformats.org/officeDocument/2006/relationships/image" Target="../media/image54.png"/><Relationship Id="rId76" Type="http://schemas.openxmlformats.org/officeDocument/2006/relationships/image" Target="../media/image75.png"/><Relationship Id="rId141" Type="http://schemas.openxmlformats.org/officeDocument/2006/relationships/customXml" Target="../ink/ink257.xml"/><Relationship Id="rId7" Type="http://schemas.openxmlformats.org/officeDocument/2006/relationships/customXml" Target="../ink/ink190.xml"/><Relationship Id="rId183" Type="http://schemas.openxmlformats.org/officeDocument/2006/relationships/customXml" Target="../ink/ink278.xml"/><Relationship Id="rId239" Type="http://schemas.openxmlformats.org/officeDocument/2006/relationships/customXml" Target="../ink/ink306.xml"/><Relationship Id="rId250" Type="http://schemas.openxmlformats.org/officeDocument/2006/relationships/image" Target="../media/image170.png"/><Relationship Id="rId292" Type="http://schemas.openxmlformats.org/officeDocument/2006/relationships/image" Target="../media/image191.png"/><Relationship Id="rId306" Type="http://schemas.openxmlformats.org/officeDocument/2006/relationships/image" Target="../media/image198.png"/><Relationship Id="rId45" Type="http://schemas.openxmlformats.org/officeDocument/2006/relationships/customXml" Target="../ink/ink209.xml"/><Relationship Id="rId87" Type="http://schemas.openxmlformats.org/officeDocument/2006/relationships/customXml" Target="../ink/ink230.xml"/><Relationship Id="rId110" Type="http://schemas.openxmlformats.org/officeDocument/2006/relationships/image" Target="../media/image92.png"/><Relationship Id="rId152" Type="http://schemas.openxmlformats.org/officeDocument/2006/relationships/image" Target="../media/image116.png"/><Relationship Id="rId194" Type="http://schemas.openxmlformats.org/officeDocument/2006/relationships/image" Target="../media/image137.png"/><Relationship Id="rId208" Type="http://schemas.openxmlformats.org/officeDocument/2006/relationships/image" Target="../media/image144.png"/><Relationship Id="rId240" Type="http://schemas.openxmlformats.org/officeDocument/2006/relationships/image" Target="../media/image165.png"/><Relationship Id="rId261" Type="http://schemas.openxmlformats.org/officeDocument/2006/relationships/customXml" Target="../ink/ink317.xml"/><Relationship Id="rId14" Type="http://schemas.openxmlformats.org/officeDocument/2006/relationships/image" Target="../media/image150.png"/><Relationship Id="rId35" Type="http://schemas.openxmlformats.org/officeDocument/2006/relationships/customXml" Target="../ink/ink204.xml"/><Relationship Id="rId56" Type="http://schemas.openxmlformats.org/officeDocument/2006/relationships/image" Target="../media/image65.png"/><Relationship Id="rId77" Type="http://schemas.openxmlformats.org/officeDocument/2006/relationships/customXml" Target="../ink/ink225.xml"/><Relationship Id="rId100" Type="http://schemas.openxmlformats.org/officeDocument/2006/relationships/image" Target="../media/image87.png"/><Relationship Id="rId282" Type="http://schemas.openxmlformats.org/officeDocument/2006/relationships/image" Target="../media/image186.png"/><Relationship Id="rId317" Type="http://schemas.openxmlformats.org/officeDocument/2006/relationships/customXml" Target="../ink/ink345.xml"/><Relationship Id="rId338" Type="http://schemas.openxmlformats.org/officeDocument/2006/relationships/image" Target="../media/image214.png"/><Relationship Id="rId8" Type="http://schemas.openxmlformats.org/officeDocument/2006/relationships/image" Target="../media/image49.png"/><Relationship Id="rId98" Type="http://schemas.openxmlformats.org/officeDocument/2006/relationships/image" Target="../media/image86.png"/><Relationship Id="rId121" Type="http://schemas.openxmlformats.org/officeDocument/2006/relationships/customXml" Target="../ink/ink247.xml"/><Relationship Id="rId142" Type="http://schemas.openxmlformats.org/officeDocument/2006/relationships/image" Target="../media/image111.png"/><Relationship Id="rId163" Type="http://schemas.openxmlformats.org/officeDocument/2006/relationships/customXml" Target="../ink/ink268.xml"/><Relationship Id="rId184" Type="http://schemas.openxmlformats.org/officeDocument/2006/relationships/image" Target="../media/image132.png"/><Relationship Id="rId219" Type="http://schemas.openxmlformats.org/officeDocument/2006/relationships/customXml" Target="../ink/ink296.xml"/><Relationship Id="rId230" Type="http://schemas.openxmlformats.org/officeDocument/2006/relationships/image" Target="../media/image160.png"/><Relationship Id="rId251" Type="http://schemas.openxmlformats.org/officeDocument/2006/relationships/customXml" Target="../ink/ink312.xml"/><Relationship Id="rId25" Type="http://schemas.openxmlformats.org/officeDocument/2006/relationships/customXml" Target="../ink/ink199.xml"/><Relationship Id="rId46" Type="http://schemas.openxmlformats.org/officeDocument/2006/relationships/image" Target="../media/image60.png"/><Relationship Id="rId67" Type="http://schemas.openxmlformats.org/officeDocument/2006/relationships/customXml" Target="../ink/ink220.xml"/><Relationship Id="rId272" Type="http://schemas.openxmlformats.org/officeDocument/2006/relationships/image" Target="../media/image181.png"/><Relationship Id="rId293" Type="http://schemas.openxmlformats.org/officeDocument/2006/relationships/customXml" Target="../ink/ink333.xml"/><Relationship Id="rId307" Type="http://schemas.openxmlformats.org/officeDocument/2006/relationships/customXml" Target="../ink/ink340.xml"/><Relationship Id="rId328" Type="http://schemas.openxmlformats.org/officeDocument/2006/relationships/image" Target="../media/image209.png"/><Relationship Id="rId88" Type="http://schemas.openxmlformats.org/officeDocument/2006/relationships/image" Target="../media/image81.png"/><Relationship Id="rId111" Type="http://schemas.openxmlformats.org/officeDocument/2006/relationships/customXml" Target="../ink/ink242.xml"/><Relationship Id="rId132" Type="http://schemas.openxmlformats.org/officeDocument/2006/relationships/image" Target="../media/image106.png"/><Relationship Id="rId153" Type="http://schemas.openxmlformats.org/officeDocument/2006/relationships/customXml" Target="../ink/ink263.xml"/><Relationship Id="rId174" Type="http://schemas.openxmlformats.org/officeDocument/2006/relationships/image" Target="../media/image127.png"/><Relationship Id="rId195" Type="http://schemas.openxmlformats.org/officeDocument/2006/relationships/customXml" Target="../ink/ink284.xml"/><Relationship Id="rId209" Type="http://schemas.openxmlformats.org/officeDocument/2006/relationships/customXml" Target="../ink/ink291.xml"/><Relationship Id="rId220" Type="http://schemas.openxmlformats.org/officeDocument/2006/relationships/image" Target="../media/image155.png"/><Relationship Id="rId241" Type="http://schemas.openxmlformats.org/officeDocument/2006/relationships/customXml" Target="../ink/ink307.xml"/><Relationship Id="rId15" Type="http://schemas.openxmlformats.org/officeDocument/2006/relationships/customXml" Target="../ink/ink194.xml"/><Relationship Id="rId36" Type="http://schemas.openxmlformats.org/officeDocument/2006/relationships/image" Target="../media/image55.png"/><Relationship Id="rId57" Type="http://schemas.openxmlformats.org/officeDocument/2006/relationships/customXml" Target="../ink/ink215.xml"/><Relationship Id="rId262" Type="http://schemas.openxmlformats.org/officeDocument/2006/relationships/image" Target="../media/image176.png"/><Relationship Id="rId283" Type="http://schemas.openxmlformats.org/officeDocument/2006/relationships/customXml" Target="../ink/ink328.xml"/><Relationship Id="rId318" Type="http://schemas.openxmlformats.org/officeDocument/2006/relationships/image" Target="../media/image204.png"/><Relationship Id="rId339" Type="http://schemas.openxmlformats.org/officeDocument/2006/relationships/customXml" Target="../ink/ink356.xml"/><Relationship Id="rId78" Type="http://schemas.openxmlformats.org/officeDocument/2006/relationships/image" Target="../media/image76.png"/><Relationship Id="rId99" Type="http://schemas.openxmlformats.org/officeDocument/2006/relationships/customXml" Target="../ink/ink236.xml"/><Relationship Id="rId101" Type="http://schemas.openxmlformats.org/officeDocument/2006/relationships/customXml" Target="../ink/ink237.xml"/><Relationship Id="rId122" Type="http://schemas.openxmlformats.org/officeDocument/2006/relationships/image" Target="../media/image101.png"/><Relationship Id="rId143" Type="http://schemas.openxmlformats.org/officeDocument/2006/relationships/customXml" Target="../ink/ink258.xml"/><Relationship Id="rId164" Type="http://schemas.openxmlformats.org/officeDocument/2006/relationships/image" Target="../media/image122.png"/><Relationship Id="rId185" Type="http://schemas.openxmlformats.org/officeDocument/2006/relationships/customXml" Target="../ink/ink279.xml"/><Relationship Id="rId9" Type="http://schemas.openxmlformats.org/officeDocument/2006/relationships/customXml" Target="../ink/ink191.xml"/><Relationship Id="rId210" Type="http://schemas.openxmlformats.org/officeDocument/2006/relationships/image" Target="../media/image145.png"/><Relationship Id="rId26" Type="http://schemas.openxmlformats.org/officeDocument/2006/relationships/image" Target="../media/image50.png"/><Relationship Id="rId231" Type="http://schemas.openxmlformats.org/officeDocument/2006/relationships/customXml" Target="../ink/ink302.xml"/><Relationship Id="rId252" Type="http://schemas.openxmlformats.org/officeDocument/2006/relationships/image" Target="../media/image171.png"/><Relationship Id="rId273" Type="http://schemas.openxmlformats.org/officeDocument/2006/relationships/customXml" Target="../ink/ink323.xml"/><Relationship Id="rId294" Type="http://schemas.openxmlformats.org/officeDocument/2006/relationships/image" Target="../media/image192.png"/><Relationship Id="rId308" Type="http://schemas.openxmlformats.org/officeDocument/2006/relationships/image" Target="../media/image199.png"/><Relationship Id="rId329" Type="http://schemas.openxmlformats.org/officeDocument/2006/relationships/customXml" Target="../ink/ink351.xml"/><Relationship Id="rId47" Type="http://schemas.openxmlformats.org/officeDocument/2006/relationships/customXml" Target="../ink/ink210.xml"/><Relationship Id="rId68" Type="http://schemas.openxmlformats.org/officeDocument/2006/relationships/image" Target="../media/image71.png"/><Relationship Id="rId89" Type="http://schemas.openxmlformats.org/officeDocument/2006/relationships/customXml" Target="../ink/ink231.xml"/><Relationship Id="rId112" Type="http://schemas.openxmlformats.org/officeDocument/2006/relationships/image" Target="../media/image96.png"/><Relationship Id="rId133" Type="http://schemas.openxmlformats.org/officeDocument/2006/relationships/customXml" Target="../ink/ink253.xml"/><Relationship Id="rId154" Type="http://schemas.openxmlformats.org/officeDocument/2006/relationships/image" Target="../media/image117.png"/><Relationship Id="rId175" Type="http://schemas.openxmlformats.org/officeDocument/2006/relationships/customXml" Target="../ink/ink274.xml"/><Relationship Id="rId340" Type="http://schemas.openxmlformats.org/officeDocument/2006/relationships/image" Target="../media/image215.png"/><Relationship Id="rId196" Type="http://schemas.openxmlformats.org/officeDocument/2006/relationships/image" Target="../media/image138.png"/><Relationship Id="rId200" Type="http://schemas.openxmlformats.org/officeDocument/2006/relationships/image" Target="../media/image140.png"/><Relationship Id="rId16" Type="http://schemas.openxmlformats.org/officeDocument/2006/relationships/image" Target="../media/image151.png"/><Relationship Id="rId221" Type="http://schemas.openxmlformats.org/officeDocument/2006/relationships/customXml" Target="../ink/ink297.xml"/><Relationship Id="rId242" Type="http://schemas.openxmlformats.org/officeDocument/2006/relationships/image" Target="../media/image166.png"/><Relationship Id="rId263" Type="http://schemas.openxmlformats.org/officeDocument/2006/relationships/customXml" Target="../ink/ink318.xml"/><Relationship Id="rId284" Type="http://schemas.openxmlformats.org/officeDocument/2006/relationships/image" Target="../media/image187.png"/><Relationship Id="rId319" Type="http://schemas.openxmlformats.org/officeDocument/2006/relationships/customXml" Target="../ink/ink346.xml"/><Relationship Id="rId37" Type="http://schemas.openxmlformats.org/officeDocument/2006/relationships/customXml" Target="../ink/ink205.xml"/><Relationship Id="rId58" Type="http://schemas.openxmlformats.org/officeDocument/2006/relationships/image" Target="../media/image66.png"/><Relationship Id="rId79" Type="http://schemas.openxmlformats.org/officeDocument/2006/relationships/customXml" Target="../ink/ink226.xml"/><Relationship Id="rId102" Type="http://schemas.openxmlformats.org/officeDocument/2006/relationships/image" Target="../media/image88.png"/><Relationship Id="rId123" Type="http://schemas.openxmlformats.org/officeDocument/2006/relationships/customXml" Target="../ink/ink248.xml"/><Relationship Id="rId144" Type="http://schemas.openxmlformats.org/officeDocument/2006/relationships/image" Target="../media/image112.png"/><Relationship Id="rId330" Type="http://schemas.openxmlformats.org/officeDocument/2006/relationships/image" Target="../media/image210.png"/><Relationship Id="rId90" Type="http://schemas.openxmlformats.org/officeDocument/2006/relationships/image" Target="../media/image82.png"/><Relationship Id="rId165" Type="http://schemas.openxmlformats.org/officeDocument/2006/relationships/customXml" Target="../ink/ink269.xml"/><Relationship Id="rId186" Type="http://schemas.openxmlformats.org/officeDocument/2006/relationships/image" Target="../media/image133.png"/><Relationship Id="rId211" Type="http://schemas.openxmlformats.org/officeDocument/2006/relationships/customXml" Target="../ink/ink292.xml"/><Relationship Id="rId232" Type="http://schemas.openxmlformats.org/officeDocument/2006/relationships/image" Target="../media/image161.png"/><Relationship Id="rId253" Type="http://schemas.openxmlformats.org/officeDocument/2006/relationships/customXml" Target="../ink/ink313.xml"/><Relationship Id="rId274" Type="http://schemas.openxmlformats.org/officeDocument/2006/relationships/image" Target="../media/image182.png"/><Relationship Id="rId295" Type="http://schemas.openxmlformats.org/officeDocument/2006/relationships/customXml" Target="../ink/ink334.xml"/><Relationship Id="rId309" Type="http://schemas.openxmlformats.org/officeDocument/2006/relationships/customXml" Target="../ink/ink341.xml"/><Relationship Id="rId27" Type="http://schemas.openxmlformats.org/officeDocument/2006/relationships/customXml" Target="../ink/ink200.xml"/><Relationship Id="rId48" Type="http://schemas.openxmlformats.org/officeDocument/2006/relationships/image" Target="../media/image61.png"/><Relationship Id="rId69" Type="http://schemas.openxmlformats.org/officeDocument/2006/relationships/customXml" Target="../ink/ink221.xml"/><Relationship Id="rId113" Type="http://schemas.openxmlformats.org/officeDocument/2006/relationships/customXml" Target="../ink/ink243.xml"/><Relationship Id="rId134" Type="http://schemas.openxmlformats.org/officeDocument/2006/relationships/image" Target="../media/image107.png"/><Relationship Id="rId320" Type="http://schemas.openxmlformats.org/officeDocument/2006/relationships/image" Target="../media/image205.png"/><Relationship Id="rId80" Type="http://schemas.openxmlformats.org/officeDocument/2006/relationships/image" Target="../media/image77.png"/><Relationship Id="rId155" Type="http://schemas.openxmlformats.org/officeDocument/2006/relationships/customXml" Target="../ink/ink264.xml"/><Relationship Id="rId176" Type="http://schemas.openxmlformats.org/officeDocument/2006/relationships/image" Target="../media/image128.png"/><Relationship Id="rId197" Type="http://schemas.openxmlformats.org/officeDocument/2006/relationships/customXml" Target="../ink/ink285.xml"/><Relationship Id="rId341" Type="http://schemas.openxmlformats.org/officeDocument/2006/relationships/customXml" Target="../ink/ink357.xml"/><Relationship Id="rId201" Type="http://schemas.openxmlformats.org/officeDocument/2006/relationships/customXml" Target="../ink/ink287.xml"/><Relationship Id="rId222" Type="http://schemas.openxmlformats.org/officeDocument/2006/relationships/image" Target="../media/image156.png"/><Relationship Id="rId243" Type="http://schemas.openxmlformats.org/officeDocument/2006/relationships/customXml" Target="../ink/ink308.xml"/><Relationship Id="rId264" Type="http://schemas.openxmlformats.org/officeDocument/2006/relationships/image" Target="../media/image177.png"/><Relationship Id="rId285" Type="http://schemas.openxmlformats.org/officeDocument/2006/relationships/customXml" Target="../ink/ink329.xml"/><Relationship Id="rId17" Type="http://schemas.openxmlformats.org/officeDocument/2006/relationships/customXml" Target="../ink/ink195.xml"/><Relationship Id="rId38" Type="http://schemas.openxmlformats.org/officeDocument/2006/relationships/image" Target="../media/image56.png"/><Relationship Id="rId59" Type="http://schemas.openxmlformats.org/officeDocument/2006/relationships/customXml" Target="../ink/ink216.xml"/><Relationship Id="rId103" Type="http://schemas.openxmlformats.org/officeDocument/2006/relationships/customXml" Target="../ink/ink238.xml"/><Relationship Id="rId124" Type="http://schemas.openxmlformats.org/officeDocument/2006/relationships/image" Target="../media/image102.png"/><Relationship Id="rId310" Type="http://schemas.openxmlformats.org/officeDocument/2006/relationships/image" Target="../media/image200.png"/><Relationship Id="rId70" Type="http://schemas.openxmlformats.org/officeDocument/2006/relationships/image" Target="../media/image72.png"/><Relationship Id="rId91" Type="http://schemas.openxmlformats.org/officeDocument/2006/relationships/customXml" Target="../ink/ink232.xml"/><Relationship Id="rId145" Type="http://schemas.openxmlformats.org/officeDocument/2006/relationships/customXml" Target="../ink/ink259.xml"/><Relationship Id="rId166" Type="http://schemas.openxmlformats.org/officeDocument/2006/relationships/image" Target="../media/image123.png"/><Relationship Id="rId187" Type="http://schemas.openxmlformats.org/officeDocument/2006/relationships/customXml" Target="../ink/ink280.xml"/><Relationship Id="rId331" Type="http://schemas.openxmlformats.org/officeDocument/2006/relationships/customXml" Target="../ink/ink352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46.png"/><Relationship Id="rId233" Type="http://schemas.openxmlformats.org/officeDocument/2006/relationships/customXml" Target="../ink/ink303.xml"/><Relationship Id="rId254" Type="http://schemas.openxmlformats.org/officeDocument/2006/relationships/image" Target="../media/image172.png"/><Relationship Id="rId28" Type="http://schemas.openxmlformats.org/officeDocument/2006/relationships/image" Target="../media/image51.png"/><Relationship Id="rId49" Type="http://schemas.openxmlformats.org/officeDocument/2006/relationships/customXml" Target="../ink/ink211.xml"/><Relationship Id="rId114" Type="http://schemas.openxmlformats.org/officeDocument/2006/relationships/image" Target="../media/image97.png"/><Relationship Id="rId275" Type="http://schemas.openxmlformats.org/officeDocument/2006/relationships/customXml" Target="../ink/ink324.xml"/><Relationship Id="rId296" Type="http://schemas.openxmlformats.org/officeDocument/2006/relationships/image" Target="../media/image193.png"/><Relationship Id="rId300" Type="http://schemas.openxmlformats.org/officeDocument/2006/relationships/image" Target="../media/image195.png"/><Relationship Id="rId60" Type="http://schemas.openxmlformats.org/officeDocument/2006/relationships/image" Target="../media/image67.png"/><Relationship Id="rId81" Type="http://schemas.openxmlformats.org/officeDocument/2006/relationships/customXml" Target="../ink/ink227.xml"/><Relationship Id="rId135" Type="http://schemas.openxmlformats.org/officeDocument/2006/relationships/customXml" Target="../ink/ink254.xml"/><Relationship Id="rId156" Type="http://schemas.openxmlformats.org/officeDocument/2006/relationships/image" Target="../media/image118.png"/><Relationship Id="rId177" Type="http://schemas.openxmlformats.org/officeDocument/2006/relationships/customXml" Target="../ink/ink275.xml"/><Relationship Id="rId198" Type="http://schemas.openxmlformats.org/officeDocument/2006/relationships/image" Target="../media/image139.png"/><Relationship Id="rId321" Type="http://schemas.openxmlformats.org/officeDocument/2006/relationships/customXml" Target="../ink/ink347.xml"/><Relationship Id="rId342" Type="http://schemas.openxmlformats.org/officeDocument/2006/relationships/image" Target="../media/image216.png"/><Relationship Id="rId202" Type="http://schemas.openxmlformats.org/officeDocument/2006/relationships/image" Target="../media/image141.png"/><Relationship Id="rId223" Type="http://schemas.openxmlformats.org/officeDocument/2006/relationships/customXml" Target="../ink/ink298.xml"/><Relationship Id="rId244" Type="http://schemas.openxmlformats.org/officeDocument/2006/relationships/image" Target="../media/image167.png"/><Relationship Id="rId18" Type="http://schemas.openxmlformats.org/officeDocument/2006/relationships/image" Target="../media/image152.png"/><Relationship Id="rId39" Type="http://schemas.openxmlformats.org/officeDocument/2006/relationships/customXml" Target="../ink/ink206.xml"/><Relationship Id="rId265" Type="http://schemas.openxmlformats.org/officeDocument/2006/relationships/customXml" Target="../ink/ink319.xml"/><Relationship Id="rId286" Type="http://schemas.openxmlformats.org/officeDocument/2006/relationships/image" Target="../media/image188.png"/><Relationship Id="rId50" Type="http://schemas.openxmlformats.org/officeDocument/2006/relationships/image" Target="../media/image62.png"/><Relationship Id="rId104" Type="http://schemas.openxmlformats.org/officeDocument/2006/relationships/image" Target="../media/image89.png"/><Relationship Id="rId125" Type="http://schemas.openxmlformats.org/officeDocument/2006/relationships/customXml" Target="../ink/ink249.xml"/><Relationship Id="rId146" Type="http://schemas.openxmlformats.org/officeDocument/2006/relationships/image" Target="../media/image113.png"/><Relationship Id="rId167" Type="http://schemas.openxmlformats.org/officeDocument/2006/relationships/customXml" Target="../ink/ink270.xml"/><Relationship Id="rId188" Type="http://schemas.openxmlformats.org/officeDocument/2006/relationships/image" Target="../media/image134.png"/><Relationship Id="rId311" Type="http://schemas.openxmlformats.org/officeDocument/2006/relationships/customXml" Target="../ink/ink342.xml"/><Relationship Id="rId332" Type="http://schemas.openxmlformats.org/officeDocument/2006/relationships/image" Target="../media/image211.png"/><Relationship Id="rId71" Type="http://schemas.openxmlformats.org/officeDocument/2006/relationships/customXml" Target="../ink/ink222.xml"/><Relationship Id="rId92" Type="http://schemas.openxmlformats.org/officeDocument/2006/relationships/image" Target="../media/image83.png"/><Relationship Id="rId213" Type="http://schemas.openxmlformats.org/officeDocument/2006/relationships/customXml" Target="../ink/ink293.xml"/><Relationship Id="rId234" Type="http://schemas.openxmlformats.org/officeDocument/2006/relationships/image" Target="../media/image162.png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201.xml"/><Relationship Id="rId255" Type="http://schemas.openxmlformats.org/officeDocument/2006/relationships/customXml" Target="../ink/ink314.xml"/><Relationship Id="rId276" Type="http://schemas.openxmlformats.org/officeDocument/2006/relationships/image" Target="../media/image183.png"/><Relationship Id="rId297" Type="http://schemas.openxmlformats.org/officeDocument/2006/relationships/customXml" Target="../ink/ink335.xml"/><Relationship Id="rId40" Type="http://schemas.openxmlformats.org/officeDocument/2006/relationships/image" Target="../media/image57.png"/><Relationship Id="rId115" Type="http://schemas.openxmlformats.org/officeDocument/2006/relationships/customXml" Target="../ink/ink244.xml"/><Relationship Id="rId136" Type="http://schemas.openxmlformats.org/officeDocument/2006/relationships/image" Target="../media/image108.png"/><Relationship Id="rId157" Type="http://schemas.openxmlformats.org/officeDocument/2006/relationships/customXml" Target="../ink/ink265.xml"/><Relationship Id="rId178" Type="http://schemas.openxmlformats.org/officeDocument/2006/relationships/image" Target="../media/image129.png"/><Relationship Id="rId301" Type="http://schemas.openxmlformats.org/officeDocument/2006/relationships/customXml" Target="../ink/ink337.xml"/><Relationship Id="rId322" Type="http://schemas.openxmlformats.org/officeDocument/2006/relationships/image" Target="../media/image206.png"/><Relationship Id="rId61" Type="http://schemas.openxmlformats.org/officeDocument/2006/relationships/customXml" Target="../ink/ink217.xml"/><Relationship Id="rId82" Type="http://schemas.openxmlformats.org/officeDocument/2006/relationships/image" Target="../media/image78.png"/><Relationship Id="rId199" Type="http://schemas.openxmlformats.org/officeDocument/2006/relationships/customXml" Target="../ink/ink286.xml"/><Relationship Id="rId203" Type="http://schemas.openxmlformats.org/officeDocument/2006/relationships/customXml" Target="../ink/ink288.xml"/><Relationship Id="rId19" Type="http://schemas.openxmlformats.org/officeDocument/2006/relationships/customXml" Target="../ink/ink196.xml"/><Relationship Id="rId224" Type="http://schemas.openxmlformats.org/officeDocument/2006/relationships/image" Target="../media/image157.png"/><Relationship Id="rId245" Type="http://schemas.openxmlformats.org/officeDocument/2006/relationships/customXml" Target="../ink/ink309.xml"/><Relationship Id="rId266" Type="http://schemas.openxmlformats.org/officeDocument/2006/relationships/image" Target="../media/image178.png"/><Relationship Id="rId287" Type="http://schemas.openxmlformats.org/officeDocument/2006/relationships/customXml" Target="../ink/ink330.xml"/><Relationship Id="rId30" Type="http://schemas.openxmlformats.org/officeDocument/2006/relationships/image" Target="../media/image52.png"/><Relationship Id="rId105" Type="http://schemas.openxmlformats.org/officeDocument/2006/relationships/customXml" Target="../ink/ink239.xml"/><Relationship Id="rId126" Type="http://schemas.openxmlformats.org/officeDocument/2006/relationships/image" Target="../media/image103.png"/><Relationship Id="rId147" Type="http://schemas.openxmlformats.org/officeDocument/2006/relationships/customXml" Target="../ink/ink260.xml"/><Relationship Id="rId168" Type="http://schemas.openxmlformats.org/officeDocument/2006/relationships/image" Target="../media/image124.png"/><Relationship Id="rId312" Type="http://schemas.openxmlformats.org/officeDocument/2006/relationships/image" Target="../media/image201.png"/><Relationship Id="rId333" Type="http://schemas.openxmlformats.org/officeDocument/2006/relationships/customXml" Target="../ink/ink353.xml"/><Relationship Id="rId51" Type="http://schemas.openxmlformats.org/officeDocument/2006/relationships/customXml" Target="../ink/ink212.xml"/><Relationship Id="rId72" Type="http://schemas.openxmlformats.org/officeDocument/2006/relationships/image" Target="../media/image73.png"/><Relationship Id="rId93" Type="http://schemas.openxmlformats.org/officeDocument/2006/relationships/customXml" Target="../ink/ink233.xml"/><Relationship Id="rId189" Type="http://schemas.openxmlformats.org/officeDocument/2006/relationships/customXml" Target="../ink/ink281.xml"/><Relationship Id="rId3" Type="http://schemas.openxmlformats.org/officeDocument/2006/relationships/image" Target="../media/image6.png"/><Relationship Id="rId214" Type="http://schemas.openxmlformats.org/officeDocument/2006/relationships/image" Target="../media/image147.png"/><Relationship Id="rId235" Type="http://schemas.openxmlformats.org/officeDocument/2006/relationships/customXml" Target="../ink/ink304.xml"/><Relationship Id="rId256" Type="http://schemas.openxmlformats.org/officeDocument/2006/relationships/image" Target="../media/image173.png"/><Relationship Id="rId277" Type="http://schemas.openxmlformats.org/officeDocument/2006/relationships/customXml" Target="../ink/ink325.xml"/><Relationship Id="rId298" Type="http://schemas.openxmlformats.org/officeDocument/2006/relationships/image" Target="../media/image194.png"/><Relationship Id="rId116" Type="http://schemas.openxmlformats.org/officeDocument/2006/relationships/image" Target="../media/image98.png"/><Relationship Id="rId137" Type="http://schemas.openxmlformats.org/officeDocument/2006/relationships/customXml" Target="../ink/ink255.xml"/><Relationship Id="rId158" Type="http://schemas.openxmlformats.org/officeDocument/2006/relationships/image" Target="../media/image119.png"/><Relationship Id="rId302" Type="http://schemas.openxmlformats.org/officeDocument/2006/relationships/image" Target="../media/image196.png"/><Relationship Id="rId323" Type="http://schemas.openxmlformats.org/officeDocument/2006/relationships/customXml" Target="../ink/ink348.xml"/><Relationship Id="rId20" Type="http://schemas.openxmlformats.org/officeDocument/2006/relationships/image" Target="../media/image153.png"/><Relationship Id="rId41" Type="http://schemas.openxmlformats.org/officeDocument/2006/relationships/customXml" Target="../ink/ink207.xml"/><Relationship Id="rId62" Type="http://schemas.openxmlformats.org/officeDocument/2006/relationships/image" Target="../media/image68.png"/><Relationship Id="rId83" Type="http://schemas.openxmlformats.org/officeDocument/2006/relationships/customXml" Target="../ink/ink228.xml"/><Relationship Id="rId179" Type="http://schemas.openxmlformats.org/officeDocument/2006/relationships/customXml" Target="../ink/ink276.xml"/><Relationship Id="rId190" Type="http://schemas.openxmlformats.org/officeDocument/2006/relationships/image" Target="../media/image135.png"/><Relationship Id="rId204" Type="http://schemas.openxmlformats.org/officeDocument/2006/relationships/image" Target="../media/image142.png"/><Relationship Id="rId225" Type="http://schemas.openxmlformats.org/officeDocument/2006/relationships/customXml" Target="../ink/ink299.xml"/><Relationship Id="rId246" Type="http://schemas.openxmlformats.org/officeDocument/2006/relationships/image" Target="../media/image168.png"/><Relationship Id="rId267" Type="http://schemas.openxmlformats.org/officeDocument/2006/relationships/customXml" Target="../ink/ink320.xml"/><Relationship Id="rId288" Type="http://schemas.openxmlformats.org/officeDocument/2006/relationships/image" Target="../media/image189.png"/><Relationship Id="rId106" Type="http://schemas.openxmlformats.org/officeDocument/2006/relationships/image" Target="../media/image90.png"/><Relationship Id="rId127" Type="http://schemas.openxmlformats.org/officeDocument/2006/relationships/customXml" Target="../ink/ink250.xml"/><Relationship Id="rId313" Type="http://schemas.openxmlformats.org/officeDocument/2006/relationships/customXml" Target="../ink/ink343.xml"/><Relationship Id="rId10" Type="http://schemas.openxmlformats.org/officeDocument/2006/relationships/image" Target="../media/image93.png"/><Relationship Id="rId31" Type="http://schemas.openxmlformats.org/officeDocument/2006/relationships/customXml" Target="../ink/ink202.xml"/><Relationship Id="rId52" Type="http://schemas.openxmlformats.org/officeDocument/2006/relationships/image" Target="../media/image63.png"/><Relationship Id="rId73" Type="http://schemas.openxmlformats.org/officeDocument/2006/relationships/customXml" Target="../ink/ink223.xml"/><Relationship Id="rId94" Type="http://schemas.openxmlformats.org/officeDocument/2006/relationships/image" Target="../media/image84.png"/><Relationship Id="rId148" Type="http://schemas.openxmlformats.org/officeDocument/2006/relationships/image" Target="../media/image114.png"/><Relationship Id="rId169" Type="http://schemas.openxmlformats.org/officeDocument/2006/relationships/customXml" Target="../ink/ink271.xml"/><Relationship Id="rId334" Type="http://schemas.openxmlformats.org/officeDocument/2006/relationships/image" Target="../media/image212.png"/><Relationship Id="rId4" Type="http://schemas.openxmlformats.org/officeDocument/2006/relationships/image" Target="../media/image8.emf"/><Relationship Id="rId180" Type="http://schemas.openxmlformats.org/officeDocument/2006/relationships/image" Target="../media/image130.png"/><Relationship Id="rId215" Type="http://schemas.openxmlformats.org/officeDocument/2006/relationships/customXml" Target="../ink/ink294.xml"/><Relationship Id="rId236" Type="http://schemas.openxmlformats.org/officeDocument/2006/relationships/image" Target="../media/image163.png"/><Relationship Id="rId257" Type="http://schemas.openxmlformats.org/officeDocument/2006/relationships/customXml" Target="../ink/ink315.xml"/><Relationship Id="rId278" Type="http://schemas.openxmlformats.org/officeDocument/2006/relationships/image" Target="../media/image184.png"/><Relationship Id="rId303" Type="http://schemas.openxmlformats.org/officeDocument/2006/relationships/customXml" Target="../ink/ink338.xml"/><Relationship Id="rId42" Type="http://schemas.openxmlformats.org/officeDocument/2006/relationships/image" Target="../media/image58.png"/><Relationship Id="rId84" Type="http://schemas.openxmlformats.org/officeDocument/2006/relationships/image" Target="../media/image79.png"/><Relationship Id="rId138" Type="http://schemas.openxmlformats.org/officeDocument/2006/relationships/image" Target="../media/image109.png"/><Relationship Id="rId191" Type="http://schemas.openxmlformats.org/officeDocument/2006/relationships/customXml" Target="../ink/ink282.xml"/><Relationship Id="rId205" Type="http://schemas.openxmlformats.org/officeDocument/2006/relationships/customXml" Target="../ink/ink289.xml"/><Relationship Id="rId247" Type="http://schemas.openxmlformats.org/officeDocument/2006/relationships/customXml" Target="../ink/ink310.xml"/><Relationship Id="rId107" Type="http://schemas.openxmlformats.org/officeDocument/2006/relationships/customXml" Target="../ink/ink240.xml"/><Relationship Id="rId289" Type="http://schemas.openxmlformats.org/officeDocument/2006/relationships/customXml" Target="../ink/ink331.xml"/><Relationship Id="rId11" Type="http://schemas.openxmlformats.org/officeDocument/2006/relationships/customXml" Target="../ink/ink192.xml"/><Relationship Id="rId53" Type="http://schemas.openxmlformats.org/officeDocument/2006/relationships/customXml" Target="../ink/ink213.xml"/><Relationship Id="rId149" Type="http://schemas.openxmlformats.org/officeDocument/2006/relationships/customXml" Target="../ink/ink261.xml"/><Relationship Id="rId314" Type="http://schemas.openxmlformats.org/officeDocument/2006/relationships/image" Target="../media/image202.png"/><Relationship Id="rId95" Type="http://schemas.openxmlformats.org/officeDocument/2006/relationships/customXml" Target="../ink/ink234.xml"/><Relationship Id="rId160" Type="http://schemas.openxmlformats.org/officeDocument/2006/relationships/image" Target="../media/image120.png"/><Relationship Id="rId216" Type="http://schemas.openxmlformats.org/officeDocument/2006/relationships/image" Target="../media/image148.png"/><Relationship Id="rId258" Type="http://schemas.openxmlformats.org/officeDocument/2006/relationships/image" Target="../media/image174.png"/><Relationship Id="rId22" Type="http://schemas.openxmlformats.org/officeDocument/2006/relationships/image" Target="../media/image95.png"/><Relationship Id="rId64" Type="http://schemas.openxmlformats.org/officeDocument/2006/relationships/image" Target="../media/image69.png"/><Relationship Id="rId118" Type="http://schemas.openxmlformats.org/officeDocument/2006/relationships/image" Target="../media/image99.png"/><Relationship Id="rId325" Type="http://schemas.openxmlformats.org/officeDocument/2006/relationships/customXml" Target="../ink/ink349.xml"/><Relationship Id="rId171" Type="http://schemas.openxmlformats.org/officeDocument/2006/relationships/customXml" Target="../ink/ink272.xml"/><Relationship Id="rId227" Type="http://schemas.openxmlformats.org/officeDocument/2006/relationships/customXml" Target="../ink/ink300.xml"/><Relationship Id="rId269" Type="http://schemas.openxmlformats.org/officeDocument/2006/relationships/customXml" Target="../ink/ink321.xml"/><Relationship Id="rId33" Type="http://schemas.openxmlformats.org/officeDocument/2006/relationships/customXml" Target="../ink/ink203.xml"/><Relationship Id="rId129" Type="http://schemas.openxmlformats.org/officeDocument/2006/relationships/customXml" Target="../ink/ink251.xml"/><Relationship Id="rId280" Type="http://schemas.openxmlformats.org/officeDocument/2006/relationships/image" Target="../media/image185.png"/><Relationship Id="rId336" Type="http://schemas.openxmlformats.org/officeDocument/2006/relationships/image" Target="../media/image213.png"/><Relationship Id="rId75" Type="http://schemas.openxmlformats.org/officeDocument/2006/relationships/customXml" Target="../ink/ink224.xml"/><Relationship Id="rId140" Type="http://schemas.openxmlformats.org/officeDocument/2006/relationships/image" Target="../media/image110.png"/><Relationship Id="rId182" Type="http://schemas.openxmlformats.org/officeDocument/2006/relationships/image" Target="../media/image131.png"/><Relationship Id="rId6" Type="http://schemas.openxmlformats.org/officeDocument/2006/relationships/image" Target="../media/image48.png"/><Relationship Id="rId238" Type="http://schemas.openxmlformats.org/officeDocument/2006/relationships/image" Target="../media/image164.png"/><Relationship Id="rId291" Type="http://schemas.openxmlformats.org/officeDocument/2006/relationships/customXml" Target="../ink/ink332.xml"/><Relationship Id="rId305" Type="http://schemas.openxmlformats.org/officeDocument/2006/relationships/customXml" Target="../ink/ink339.xml"/><Relationship Id="rId44" Type="http://schemas.openxmlformats.org/officeDocument/2006/relationships/image" Target="../media/image59.png"/><Relationship Id="rId86" Type="http://schemas.openxmlformats.org/officeDocument/2006/relationships/image" Target="../media/image80.png"/><Relationship Id="rId151" Type="http://schemas.openxmlformats.org/officeDocument/2006/relationships/customXml" Target="../ink/ink262.xml"/><Relationship Id="rId193" Type="http://schemas.openxmlformats.org/officeDocument/2006/relationships/customXml" Target="../ink/ink283.xml"/><Relationship Id="rId207" Type="http://schemas.openxmlformats.org/officeDocument/2006/relationships/customXml" Target="../ink/ink290.xml"/><Relationship Id="rId249" Type="http://schemas.openxmlformats.org/officeDocument/2006/relationships/customXml" Target="../ink/ink311.xml"/><Relationship Id="rId13" Type="http://schemas.openxmlformats.org/officeDocument/2006/relationships/customXml" Target="../ink/ink193.xml"/><Relationship Id="rId109" Type="http://schemas.openxmlformats.org/officeDocument/2006/relationships/customXml" Target="../ink/ink241.xml"/><Relationship Id="rId260" Type="http://schemas.openxmlformats.org/officeDocument/2006/relationships/image" Target="../media/image175.png"/><Relationship Id="rId316" Type="http://schemas.openxmlformats.org/officeDocument/2006/relationships/image" Target="../media/image203.png"/><Relationship Id="rId55" Type="http://schemas.openxmlformats.org/officeDocument/2006/relationships/customXml" Target="../ink/ink214.xml"/><Relationship Id="rId97" Type="http://schemas.openxmlformats.org/officeDocument/2006/relationships/customXml" Target="../ink/ink235.xml"/><Relationship Id="rId120" Type="http://schemas.openxmlformats.org/officeDocument/2006/relationships/image" Target="../media/image100.png"/><Relationship Id="rId162" Type="http://schemas.openxmlformats.org/officeDocument/2006/relationships/image" Target="../media/image121.png"/><Relationship Id="rId218" Type="http://schemas.openxmlformats.org/officeDocument/2006/relationships/image" Target="../media/image149.png"/><Relationship Id="rId271" Type="http://schemas.openxmlformats.org/officeDocument/2006/relationships/customXml" Target="../ink/ink322.xml"/><Relationship Id="rId24" Type="http://schemas.openxmlformats.org/officeDocument/2006/relationships/image" Target="../media/image154.png"/><Relationship Id="rId66" Type="http://schemas.openxmlformats.org/officeDocument/2006/relationships/image" Target="../media/image70.png"/><Relationship Id="rId131" Type="http://schemas.openxmlformats.org/officeDocument/2006/relationships/customXml" Target="../ink/ink252.xml"/><Relationship Id="rId327" Type="http://schemas.openxmlformats.org/officeDocument/2006/relationships/customXml" Target="../ink/ink350.xml"/><Relationship Id="rId173" Type="http://schemas.openxmlformats.org/officeDocument/2006/relationships/customXml" Target="../ink/ink273.xml"/><Relationship Id="rId229" Type="http://schemas.openxmlformats.org/officeDocument/2006/relationships/customXml" Target="../ink/ink30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1BB0B9-1096-BCEB-C245-0186FDAA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091" y="2882095"/>
            <a:ext cx="15663300" cy="2446824"/>
          </a:xfrm>
        </p:spPr>
        <p:txBody>
          <a:bodyPr/>
          <a:lstStyle/>
          <a:p>
            <a:r>
              <a:rPr lang="en-GB" dirty="0"/>
              <a:t>Text Modelling</a:t>
            </a:r>
            <a:br>
              <a:rPr lang="en-GB" dirty="0"/>
            </a:br>
            <a:r>
              <a:rPr lang="en-GB" sz="6000" b="0" dirty="0"/>
              <a:t>Exercises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12011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174919A2-C825-DFEA-50A8-1996D56F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78B7CB6-319E-D37C-EB24-BEEE86FE7ED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6ED20E45-B946-978C-6019-12F7CB88A3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Google Shape;235;g388d7c8248e_0_598">
            <a:extLst>
              <a:ext uri="{FF2B5EF4-FFF2-40B4-BE49-F238E27FC236}">
                <a16:creationId xmlns:a16="http://schemas.microsoft.com/office/drawing/2014/main" id="{91E0D986-E949-BAD1-DCC0-086B2F5E0E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#1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9" name="Picture 8" descr="Sentiment Analysis - Tools, Techniques and Examples">
            <a:extLst>
              <a:ext uri="{FF2B5EF4-FFF2-40B4-BE49-F238E27FC236}">
                <a16:creationId xmlns:a16="http://schemas.microsoft.com/office/drawing/2014/main" id="{12BB57A0-0B6E-4339-C731-C744E8795D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48" t="62303" r="9164" b="6739"/>
          <a:stretch>
            <a:fillRect/>
          </a:stretch>
        </p:blipFill>
        <p:spPr>
          <a:xfrm>
            <a:off x="736350" y="4535751"/>
            <a:ext cx="14980128" cy="3631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6DC79F-CD1C-B922-6B91-A238A7EF99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01C11D-BD5C-0077-D9FC-3C5CD12F2F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CD2339-0796-FD90-4FE0-1078FA290BFE}"/>
              </a:ext>
            </a:extLst>
          </p:cNvPr>
          <p:cNvSpPr txBox="1"/>
          <p:nvPr/>
        </p:nvSpPr>
        <p:spPr>
          <a:xfrm>
            <a:off x="736350" y="1972082"/>
            <a:ext cx="15654484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have tweets about Generative AI at your disposal. </a:t>
            </a:r>
            <a:r>
              <a:rPr lang="en-GB" sz="4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Classify each sentence as positive, negative or neutral </a:t>
            </a:r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depending on its tone.</a:t>
            </a: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r>
              <a:rPr lang="it-IT" sz="6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Time: 20 minutes</a:t>
            </a:r>
          </a:p>
        </p:txBody>
      </p:sp>
    </p:spTree>
    <p:extLst>
      <p:ext uri="{BB962C8B-B14F-4D97-AF65-F5344CB8AC3E}">
        <p14:creationId xmlns:p14="http://schemas.microsoft.com/office/powerpoint/2010/main" val="918986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2331EF13-9FAB-DEEC-90A9-2C988737F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C1FADCE-BCC6-5DE5-E3E4-A558FE2720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9E271-824C-D61C-5DDB-E27088EF36FC}"/>
              </a:ext>
            </a:extLst>
          </p:cNvPr>
          <p:cNvSpPr txBox="1"/>
          <p:nvPr/>
        </p:nvSpPr>
        <p:spPr>
          <a:xfrm>
            <a:off x="736350" y="1972082"/>
            <a:ext cx="15654484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have tweets about Generative AI at your disposal. </a:t>
            </a:r>
            <a:r>
              <a:rPr lang="en-GB" sz="4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Classify each sentence as positive, negative or neutral </a:t>
            </a:r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depending on its tone.</a:t>
            </a: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endParaRPr lang="it-IT" sz="4000" b="1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r>
              <a:rPr lang="it-IT" sz="6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Time: 20 minutes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5F61ED-91E3-3520-B7C8-C5C13C38D2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2C3267-003B-3085-B9C6-A42C54AE97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sp>
        <p:nvSpPr>
          <p:cNvPr id="8" name="Google Shape;235;g388d7c8248e_0_598">
            <a:extLst>
              <a:ext uri="{FF2B5EF4-FFF2-40B4-BE49-F238E27FC236}">
                <a16:creationId xmlns:a16="http://schemas.microsoft.com/office/drawing/2014/main" id="{BD4F218F-1383-913C-E6A2-F479A6E29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#1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B6D874-4171-D5F1-86C5-79D2E707A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68" y="3723154"/>
            <a:ext cx="8999582" cy="45923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843167-A883-1C39-67E5-969BD2BB224D}"/>
                  </a:ext>
                </a:extLst>
              </p14:cNvPr>
              <p14:cNvContentPartPr/>
              <p14:nvPr/>
            </p14:nvContentPartPr>
            <p14:xfrm>
              <a:off x="10258367" y="5503358"/>
              <a:ext cx="35280" cy="1315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843167-A883-1C39-67E5-969BD2BB224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22727" y="5467718"/>
                <a:ext cx="106920" cy="138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B310AC5-E992-47E4-F3B8-6CA4F5064DE5}"/>
              </a:ext>
            </a:extLst>
          </p:cNvPr>
          <p:cNvGrpSpPr/>
          <p:nvPr/>
        </p:nvGrpSpPr>
        <p:grpSpPr>
          <a:xfrm>
            <a:off x="10732847" y="5672558"/>
            <a:ext cx="3598920" cy="721440"/>
            <a:chOff x="10732847" y="5672558"/>
            <a:chExt cx="3598920" cy="72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EA02C69-6A99-C864-3EB9-00043F8A868A}"/>
                    </a:ext>
                  </a:extLst>
                </p14:cNvPr>
                <p14:cNvContentPartPr/>
                <p14:nvPr/>
              </p14:nvContentPartPr>
              <p14:xfrm>
                <a:off x="10732847" y="5815118"/>
                <a:ext cx="372960" cy="540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EA02C69-6A99-C864-3EB9-00043F8A86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97207" y="5779118"/>
                  <a:ext cx="4446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6721B0-76AF-4305-EF94-8A70050B2A2F}"/>
                    </a:ext>
                  </a:extLst>
                </p14:cNvPr>
                <p14:cNvContentPartPr/>
                <p14:nvPr/>
              </p14:nvContentPartPr>
              <p14:xfrm>
                <a:off x="11236127" y="5906198"/>
                <a:ext cx="360360" cy="411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6721B0-76AF-4305-EF94-8A70050B2A2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00127" y="5870558"/>
                  <a:ext cx="4320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3EFC02E-4BEF-30C5-129D-0CD7E442EA2F}"/>
                    </a:ext>
                  </a:extLst>
                </p14:cNvPr>
                <p14:cNvContentPartPr/>
                <p14:nvPr/>
              </p14:nvContentPartPr>
              <p14:xfrm>
                <a:off x="11769647" y="5826278"/>
                <a:ext cx="384480" cy="56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3EFC02E-4BEF-30C5-129D-0CD7E442EA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734007" y="5790278"/>
                  <a:ext cx="45612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306905-E77E-F6FE-DF71-A774FD252189}"/>
                    </a:ext>
                  </a:extLst>
                </p14:cNvPr>
                <p14:cNvContentPartPr/>
                <p14:nvPr/>
              </p14:nvContentPartPr>
              <p14:xfrm>
                <a:off x="12450047" y="5865158"/>
                <a:ext cx="70560" cy="411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306905-E77E-F6FE-DF71-A774FD25218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414407" y="5829158"/>
                  <a:ext cx="14220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C3F8F4-2525-24CD-5228-6048AF5F9429}"/>
                    </a:ext>
                  </a:extLst>
                </p14:cNvPr>
                <p14:cNvContentPartPr/>
                <p14:nvPr/>
              </p14:nvContentPartPr>
              <p14:xfrm>
                <a:off x="12840287" y="5877758"/>
                <a:ext cx="51120" cy="363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C3F8F4-2525-24CD-5228-6048AF5F942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04287" y="5842118"/>
                  <a:ext cx="12276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6307419-C0C8-4D70-72F3-6BC4FC4FE74B}"/>
                    </a:ext>
                  </a:extLst>
                </p14:cNvPr>
                <p14:cNvContentPartPr/>
                <p14:nvPr/>
              </p14:nvContentPartPr>
              <p14:xfrm>
                <a:off x="12718247" y="5766878"/>
                <a:ext cx="410760" cy="137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6307419-C0C8-4D70-72F3-6BC4FC4FE7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682607" y="5730878"/>
                  <a:ext cx="4824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28E8FBE-843B-1FA8-991D-C4ACC4FD9FB2}"/>
                    </a:ext>
                  </a:extLst>
                </p14:cNvPr>
                <p14:cNvContentPartPr/>
                <p14:nvPr/>
              </p14:nvContentPartPr>
              <p14:xfrm>
                <a:off x="13186247" y="5819078"/>
                <a:ext cx="100800" cy="420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28E8FBE-843B-1FA8-991D-C4ACC4FD9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150247" y="5783438"/>
                  <a:ext cx="1724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DF0632-0909-4F49-E372-9B0E2F3251D6}"/>
                    </a:ext>
                  </a:extLst>
                </p14:cNvPr>
                <p14:cNvContentPartPr/>
                <p14:nvPr/>
              </p14:nvContentPartPr>
              <p14:xfrm>
                <a:off x="13563527" y="5767598"/>
                <a:ext cx="227160" cy="39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DF0632-0909-4F49-E372-9B0E2F3251D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527887" y="5731598"/>
                  <a:ext cx="2988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A8D73F-5060-1CAA-AFB2-2BFD7A09E156}"/>
                    </a:ext>
                  </a:extLst>
                </p14:cNvPr>
                <p14:cNvContentPartPr/>
                <p14:nvPr/>
              </p14:nvContentPartPr>
              <p14:xfrm>
                <a:off x="13963487" y="5672558"/>
                <a:ext cx="326160" cy="41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A8D73F-5060-1CAA-AFB2-2BFD7A09E15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927487" y="5636918"/>
                  <a:ext cx="39780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0BBE40-F0BE-C439-AD03-4A6DF2B9A71B}"/>
                    </a:ext>
                  </a:extLst>
                </p14:cNvPr>
                <p14:cNvContentPartPr/>
                <p14:nvPr/>
              </p14:nvContentPartPr>
              <p14:xfrm>
                <a:off x="13963127" y="5968478"/>
                <a:ext cx="328320" cy="3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0BBE40-F0BE-C439-AD03-4A6DF2B9A71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927127" y="5932478"/>
                  <a:ext cx="399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CAA705-54AF-F1A8-6BCA-B148C9AC5271}"/>
                    </a:ext>
                  </a:extLst>
                </p14:cNvPr>
                <p14:cNvContentPartPr/>
                <p14:nvPr/>
              </p14:nvContentPartPr>
              <p14:xfrm>
                <a:off x="14030807" y="6143438"/>
                <a:ext cx="300960" cy="5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CAA705-54AF-F1A8-6BCA-B148C9AC52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994807" y="6107438"/>
                  <a:ext cx="3726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DB0DE5-6AE9-198B-4208-671F45B9BC19}"/>
              </a:ext>
            </a:extLst>
          </p:cNvPr>
          <p:cNvGrpSpPr/>
          <p:nvPr/>
        </p:nvGrpSpPr>
        <p:grpSpPr>
          <a:xfrm>
            <a:off x="10299047" y="4112678"/>
            <a:ext cx="3862080" cy="1089720"/>
            <a:chOff x="10299047" y="4112678"/>
            <a:chExt cx="3862080" cy="10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033B2D3-7540-3EA3-C861-8E9AE16408F2}"/>
                    </a:ext>
                  </a:extLst>
                </p14:cNvPr>
                <p14:cNvContentPartPr/>
                <p14:nvPr/>
              </p14:nvContentPartPr>
              <p14:xfrm>
                <a:off x="10299047" y="4112678"/>
                <a:ext cx="11520" cy="108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033B2D3-7540-3EA3-C861-8E9AE16408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263047" y="4077038"/>
                  <a:ext cx="83160" cy="11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70C2BD-A801-6E7D-8C45-11909234AA5B}"/>
                    </a:ext>
                  </a:extLst>
                </p14:cNvPr>
                <p14:cNvContentPartPr/>
                <p14:nvPr/>
              </p14:nvContentPartPr>
              <p14:xfrm>
                <a:off x="10612967" y="4473038"/>
                <a:ext cx="334800" cy="46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70C2BD-A801-6E7D-8C45-11909234AA5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77327" y="4437398"/>
                  <a:ext cx="40644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DDC070-C52E-B02F-6E26-EBA93E5C3E61}"/>
                    </a:ext>
                  </a:extLst>
                </p14:cNvPr>
                <p14:cNvContentPartPr/>
                <p14:nvPr/>
              </p14:nvContentPartPr>
              <p14:xfrm>
                <a:off x="11112287" y="4448558"/>
                <a:ext cx="304560" cy="448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DDC070-C52E-B02F-6E26-EBA93E5C3E6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076647" y="4412918"/>
                  <a:ext cx="37620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168F12-E611-9D70-8D29-D044A3D9BFBA}"/>
                    </a:ext>
                  </a:extLst>
                </p14:cNvPr>
                <p14:cNvContentPartPr/>
                <p14:nvPr/>
              </p14:nvContentPartPr>
              <p14:xfrm>
                <a:off x="11123807" y="4749518"/>
                <a:ext cx="246600" cy="22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168F12-E611-9D70-8D29-D044A3D9BF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088167" y="4713878"/>
                  <a:ext cx="318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6F30DE8-5316-A4E1-DE2D-35B571B7D7C6}"/>
                    </a:ext>
                  </a:extLst>
                </p14:cNvPr>
                <p14:cNvContentPartPr/>
                <p14:nvPr/>
              </p14:nvContentPartPr>
              <p14:xfrm>
                <a:off x="11105087" y="4945718"/>
                <a:ext cx="352080" cy="3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6F30DE8-5316-A4E1-DE2D-35B571B7D7C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069447" y="4910078"/>
                  <a:ext cx="423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67126F-B5DB-FFEF-58A5-8B51B6E1636B}"/>
                    </a:ext>
                  </a:extLst>
                </p14:cNvPr>
                <p14:cNvContentPartPr/>
                <p14:nvPr/>
              </p14:nvContentPartPr>
              <p14:xfrm>
                <a:off x="11611607" y="4415078"/>
                <a:ext cx="432360" cy="508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67126F-B5DB-FFEF-58A5-8B51B6E163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75967" y="4379438"/>
                  <a:ext cx="5040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D0522B-85E1-36E6-D5AB-DDB01C927F1A}"/>
                    </a:ext>
                  </a:extLst>
                </p14:cNvPr>
                <p14:cNvContentPartPr/>
                <p14:nvPr/>
              </p14:nvContentPartPr>
              <p14:xfrm>
                <a:off x="12121367" y="4494998"/>
                <a:ext cx="271800" cy="345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D0522B-85E1-36E6-D5AB-DDB01C927F1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085367" y="4458998"/>
                  <a:ext cx="34344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AE8222-9EEB-40DB-E990-F894A81ECD6B}"/>
                    </a:ext>
                  </a:extLst>
                </p14:cNvPr>
                <p14:cNvContentPartPr/>
                <p14:nvPr/>
              </p14:nvContentPartPr>
              <p14:xfrm>
                <a:off x="12175727" y="4653758"/>
                <a:ext cx="228600" cy="77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AE8222-9EEB-40DB-E990-F894A81ECD6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140087" y="4618118"/>
                  <a:ext cx="300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8EE9FC-1FB3-037D-DA98-E02E45D0E99D}"/>
                    </a:ext>
                  </a:extLst>
                </p14:cNvPr>
                <p14:cNvContentPartPr/>
                <p14:nvPr/>
              </p14:nvContentPartPr>
              <p14:xfrm>
                <a:off x="12658487" y="4508678"/>
                <a:ext cx="57240" cy="291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8EE9FC-1FB3-037D-DA98-E02E45D0E99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622487" y="4473038"/>
                  <a:ext cx="128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169916-C4C9-DDAD-6AB1-40AD04D71D90}"/>
                    </a:ext>
                  </a:extLst>
                </p14:cNvPr>
                <p14:cNvContentPartPr/>
                <p14:nvPr/>
              </p14:nvContentPartPr>
              <p14:xfrm>
                <a:off x="12587567" y="4377998"/>
                <a:ext cx="264240" cy="110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169916-C4C9-DDAD-6AB1-40AD04D71D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551927" y="4342358"/>
                  <a:ext cx="335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345CD4D-BBD5-221C-2CE2-F7ABD278CBC5}"/>
                    </a:ext>
                  </a:extLst>
                </p14:cNvPr>
                <p14:cNvContentPartPr/>
                <p14:nvPr/>
              </p14:nvContentPartPr>
              <p14:xfrm>
                <a:off x="12969527" y="4320038"/>
                <a:ext cx="132120" cy="389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345CD4D-BBD5-221C-2CE2-F7ABD278CBC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933887" y="4284398"/>
                  <a:ext cx="20376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D9F8E24-9606-FB3B-A03C-C210DF3D2A62}"/>
                    </a:ext>
                  </a:extLst>
                </p14:cNvPr>
                <p14:cNvContentPartPr/>
                <p14:nvPr/>
              </p14:nvContentPartPr>
              <p14:xfrm>
                <a:off x="13343567" y="4248398"/>
                <a:ext cx="237240" cy="457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D9F8E24-9606-FB3B-A03C-C210DF3D2A6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307927" y="4212398"/>
                  <a:ext cx="3088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93C903-4B8B-ADF2-7F8E-F04F04E00E14}"/>
                    </a:ext>
                  </a:extLst>
                </p14:cNvPr>
                <p14:cNvContentPartPr/>
                <p14:nvPr/>
              </p14:nvContentPartPr>
              <p14:xfrm>
                <a:off x="13738847" y="4340198"/>
                <a:ext cx="225360" cy="316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93C903-4B8B-ADF2-7F8E-F04F04E00E1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02847" y="4304198"/>
                  <a:ext cx="2970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274C0A-AD2D-A538-9F95-6E8070A9108A}"/>
                    </a:ext>
                  </a:extLst>
                </p14:cNvPr>
                <p14:cNvContentPartPr/>
                <p14:nvPr/>
              </p14:nvContentPartPr>
              <p14:xfrm>
                <a:off x="13755047" y="4500398"/>
                <a:ext cx="222480" cy="4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274C0A-AD2D-A538-9F95-6E8070A9108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719047" y="4464398"/>
                  <a:ext cx="2941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921FA5-3E8C-E1EB-FA1B-33EE8A4FED60}"/>
                    </a:ext>
                  </a:extLst>
                </p14:cNvPr>
                <p14:cNvContentPartPr/>
                <p14:nvPr/>
              </p14:nvContentPartPr>
              <p14:xfrm>
                <a:off x="13766207" y="4641878"/>
                <a:ext cx="394920" cy="84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921FA5-3E8C-E1EB-FA1B-33EE8A4FED6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730207" y="4605878"/>
                  <a:ext cx="466560" cy="15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0915083-51B3-978D-3339-894865BB39EF}"/>
                  </a:ext>
                </a:extLst>
              </p14:cNvPr>
              <p14:cNvContentPartPr/>
              <p14:nvPr/>
            </p14:nvContentPartPr>
            <p14:xfrm>
              <a:off x="10357727" y="7138118"/>
              <a:ext cx="34920" cy="840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0915083-51B3-978D-3339-894865BB39E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321727" y="7102118"/>
                <a:ext cx="106560" cy="91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756158A6-0A06-D76B-4A91-45CF460C8335}"/>
              </a:ext>
            </a:extLst>
          </p:cNvPr>
          <p:cNvGrpSpPr/>
          <p:nvPr/>
        </p:nvGrpSpPr>
        <p:grpSpPr>
          <a:xfrm>
            <a:off x="10875767" y="7396238"/>
            <a:ext cx="3492000" cy="555120"/>
            <a:chOff x="10875767" y="7396238"/>
            <a:chExt cx="349200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20C5B6-5143-C1B0-00B1-29AAB3B5A07E}"/>
                    </a:ext>
                  </a:extLst>
                </p14:cNvPr>
                <p14:cNvContentPartPr/>
                <p14:nvPr/>
              </p14:nvContentPartPr>
              <p14:xfrm>
                <a:off x="10875767" y="7445918"/>
                <a:ext cx="447480" cy="502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20C5B6-5143-C1B0-00B1-29AAB3B5A07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839767" y="7410278"/>
                  <a:ext cx="5191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68CB9D-CDF2-1F8E-5EA3-71D146055281}"/>
                    </a:ext>
                  </a:extLst>
                </p14:cNvPr>
                <p14:cNvContentPartPr/>
                <p14:nvPr/>
              </p14:nvContentPartPr>
              <p14:xfrm>
                <a:off x="11525927" y="7396238"/>
                <a:ext cx="328680" cy="47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68CB9D-CDF2-1F8E-5EA3-71D14605528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90287" y="7360238"/>
                  <a:ext cx="40032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7EA59E-DE14-E549-A65A-9576FEDDBAF4}"/>
                    </a:ext>
                  </a:extLst>
                </p14:cNvPr>
                <p14:cNvContentPartPr/>
                <p14:nvPr/>
              </p14:nvContentPartPr>
              <p14:xfrm>
                <a:off x="11567327" y="7684598"/>
                <a:ext cx="248760" cy="27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7EA59E-DE14-E549-A65A-9576FEDDBAF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531327" y="7648958"/>
                  <a:ext cx="32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2C26B70-1ABB-99C2-90CD-B0B8801BA3A3}"/>
                    </a:ext>
                  </a:extLst>
                </p14:cNvPr>
                <p14:cNvContentPartPr/>
                <p14:nvPr/>
              </p14:nvContentPartPr>
              <p14:xfrm>
                <a:off x="11554367" y="7835438"/>
                <a:ext cx="369000" cy="10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2C26B70-1ABB-99C2-90CD-B0B8801BA3A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518727" y="7799438"/>
                  <a:ext cx="440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3E754EA-6A97-8904-682F-070272F1F96A}"/>
                    </a:ext>
                  </a:extLst>
                </p14:cNvPr>
                <p14:cNvContentPartPr/>
                <p14:nvPr/>
              </p14:nvContentPartPr>
              <p14:xfrm>
                <a:off x="12114527" y="7423238"/>
                <a:ext cx="327240" cy="509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3E754EA-6A97-8904-682F-070272F1F96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078527" y="7387598"/>
                  <a:ext cx="3988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67160DD-68D3-D3E6-CB81-49D04FEC5447}"/>
                    </a:ext>
                  </a:extLst>
                </p14:cNvPr>
                <p14:cNvContentPartPr/>
                <p14:nvPr/>
              </p14:nvContentPartPr>
              <p14:xfrm>
                <a:off x="12720047" y="7467878"/>
                <a:ext cx="59040" cy="375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67160DD-68D3-D3E6-CB81-49D04FEC544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684047" y="7432238"/>
                  <a:ext cx="13068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59E79F-2EE7-F142-D05E-5C1FE3641459}"/>
                    </a:ext>
                  </a:extLst>
                </p14:cNvPr>
                <p14:cNvContentPartPr/>
                <p14:nvPr/>
              </p14:nvContentPartPr>
              <p14:xfrm>
                <a:off x="12597647" y="7407758"/>
                <a:ext cx="282960" cy="112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59E79F-2EE7-F142-D05E-5C1FE364145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562007" y="7371758"/>
                  <a:ext cx="354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28D6C77-6AF1-323C-0EBB-3A55451D437E}"/>
                    </a:ext>
                  </a:extLst>
                </p14:cNvPr>
                <p14:cNvContentPartPr/>
                <p14:nvPr/>
              </p14:nvContentPartPr>
              <p14:xfrm>
                <a:off x="12980687" y="7441238"/>
                <a:ext cx="392400" cy="510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28D6C77-6AF1-323C-0EBB-3A55451D437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944687" y="7405598"/>
                  <a:ext cx="46404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1C5E3F6-CC5B-159B-96B9-BDB5D207212C}"/>
                    </a:ext>
                  </a:extLst>
                </p14:cNvPr>
                <p14:cNvContentPartPr/>
                <p14:nvPr/>
              </p14:nvContentPartPr>
              <p14:xfrm>
                <a:off x="13491887" y="7430798"/>
                <a:ext cx="366480" cy="491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1C5E3F6-CC5B-159B-96B9-BDB5D207212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455887" y="7394798"/>
                  <a:ext cx="4381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993DB0B-EB1C-1C12-D09F-926FA194095B}"/>
                    </a:ext>
                  </a:extLst>
                </p14:cNvPr>
                <p14:cNvContentPartPr/>
                <p14:nvPr/>
              </p14:nvContentPartPr>
              <p14:xfrm>
                <a:off x="13616807" y="7681718"/>
                <a:ext cx="272880" cy="32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993DB0B-EB1C-1C12-D09F-926FA194095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580807" y="7646078"/>
                  <a:ext cx="344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5056CA-7045-0CA2-49C8-496A437E2041}"/>
                    </a:ext>
                  </a:extLst>
                </p14:cNvPr>
                <p14:cNvContentPartPr/>
                <p14:nvPr/>
              </p14:nvContentPartPr>
              <p14:xfrm>
                <a:off x="13984367" y="7486598"/>
                <a:ext cx="383400" cy="411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5056CA-7045-0CA2-49C8-496A437E20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948367" y="7450958"/>
                  <a:ext cx="455040" cy="483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3E2D744-8409-C842-4C86-11F4136593B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22892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A617C3E4-39EF-2FF4-8204-3B2FF3EC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22886F1-6D3D-98B6-5AB7-DD0C17593A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4C434-F482-ADB7-FF27-ABD47491169A}"/>
              </a:ext>
            </a:extLst>
          </p:cNvPr>
          <p:cNvSpPr txBox="1"/>
          <p:nvPr/>
        </p:nvSpPr>
        <p:spPr>
          <a:xfrm>
            <a:off x="736350" y="2066086"/>
            <a:ext cx="15490838" cy="7863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have tweets about Generative AI at your disposal. Your task is to analyse the contents of the tweets and </a:t>
            </a:r>
            <a:r>
              <a:rPr lang="en-GB" sz="4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identify the main topics covered across the entire set</a:t>
            </a:r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endParaRPr lang="en-GB" sz="40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GB" sz="4000" dirty="0">
                <a:solidFill>
                  <a:srgbClr val="43434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Remember that the same tweet can cover multiple topics. For this reason, you do not necessarily have to assign a single topic to each article, but you can indicate all relevant topics present in each document.</a:t>
            </a:r>
            <a:endParaRPr lang="it-IT" sz="40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it-IT" sz="40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it-IT" sz="40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it-IT" sz="4000" dirty="0">
              <a:solidFill>
                <a:srgbClr val="434343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27000" lvl="0" algn="l" rtl="0">
              <a:spcBef>
                <a:spcPts val="600"/>
              </a:spcBef>
              <a:spcAft>
                <a:spcPts val="3600"/>
              </a:spcAft>
              <a:buClr>
                <a:schemeClr val="dk1"/>
              </a:buClr>
              <a:buSzPct val="100000"/>
            </a:pPr>
            <a:r>
              <a:rPr lang="it-IT" sz="6000" b="1" dirty="0">
                <a:solidFill>
                  <a:srgbClr val="FF54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Time: 20 minutes</a:t>
            </a: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484E9224-7A0C-C903-7F39-F98AE38A4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E67863-1250-AD19-E656-72992DE82B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869DFE-429E-9746-0528-AAF66B2D1B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3B41AEB-422A-A6B0-7FF5-3EFFECD9156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88333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C06A5752-E520-FB8F-C3FA-16B0B18B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FF69A8F-7298-539B-DC9D-CEE59558848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ACD8CF1F-265E-1407-43F4-F599808AB5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BA238-115C-8591-6968-758C4E2BC0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F419E-ACC5-A8FF-9EB0-CA53808DBC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FCC93E-9F22-C722-6654-67E87BF51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0" y="2186722"/>
            <a:ext cx="10426760" cy="7748848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54FE0B6-3181-B4C5-3319-0E8B7725589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85325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76CEFC90-018A-1A12-E21C-FB64ADA4F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2176010-5E92-E0F5-F578-06BCECA201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3F4FFDD8-06E4-50BF-5D20-6FD867C694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050773-3120-2F43-13AF-B9047A99D20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C10AE0-756C-9950-37AB-2D1372767F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F22561-675B-CB28-8ED2-D0A429CF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0" y="2186722"/>
            <a:ext cx="10426760" cy="7748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836FE49-2EC1-AA3A-5771-44D5D736AFDE}"/>
                  </a:ext>
                </a:extLst>
              </p14:cNvPr>
              <p14:cNvContentPartPr/>
              <p14:nvPr/>
            </p14:nvContentPartPr>
            <p14:xfrm>
              <a:off x="2861111" y="2700497"/>
              <a:ext cx="673200" cy="65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836FE49-2EC1-AA3A-5771-44D5D736AFD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7111" y="2592497"/>
                <a:ext cx="7808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98B77B2-9793-0003-5E68-F2961617469F}"/>
                  </a:ext>
                </a:extLst>
              </p14:cNvPr>
              <p14:cNvContentPartPr/>
              <p14:nvPr/>
            </p14:nvContentPartPr>
            <p14:xfrm>
              <a:off x="3081431" y="3907937"/>
              <a:ext cx="540000" cy="3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98B77B2-9793-0003-5E68-F296161746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7431" y="3798737"/>
                <a:ext cx="647640" cy="25079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1EEC0B8-90FA-C7A9-8627-A397A6370CB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402087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E1056036-ADF2-6E7E-315B-7747AFF78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65DB6F0-D726-66B6-6B01-15D4E024A2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A97CDEF7-46BD-4897-6750-3AC90CA80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4B56A8-93EB-9F41-0025-C58551FD50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B62A66-3C31-637A-2E0A-1BBE658FCE1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F50B67-7120-6BB0-6683-021409194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0" y="2186722"/>
            <a:ext cx="10426760" cy="7748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214F22-C48F-8399-DA07-CC65FCFA52A4}"/>
                  </a:ext>
                </a:extLst>
              </p14:cNvPr>
              <p14:cNvContentPartPr/>
              <p14:nvPr/>
            </p14:nvContentPartPr>
            <p14:xfrm>
              <a:off x="2861111" y="2700497"/>
              <a:ext cx="673200" cy="65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214F22-C48F-8399-DA07-CC65FCFA52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7111" y="2592497"/>
                <a:ext cx="7808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543CD38-068F-C7CA-5A8D-69412CB78AB9}"/>
                  </a:ext>
                </a:extLst>
              </p14:cNvPr>
              <p14:cNvContentPartPr/>
              <p14:nvPr/>
            </p14:nvContentPartPr>
            <p14:xfrm>
              <a:off x="3081431" y="3907937"/>
              <a:ext cx="540000" cy="3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543CD38-068F-C7CA-5A8D-69412CB78A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7431" y="3798737"/>
                <a:ext cx="647640" cy="250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5D71300D-2207-1D09-5ACD-7775231F9084}"/>
                  </a:ext>
                </a:extLst>
              </p14:cNvPr>
              <p14:cNvContentPartPr/>
              <p14:nvPr/>
            </p14:nvContentPartPr>
            <p14:xfrm>
              <a:off x="12275922" y="289376"/>
              <a:ext cx="30240" cy="429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5D71300D-2207-1D09-5ACD-7775231F90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258134" y="271361"/>
                <a:ext cx="65461" cy="46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33B8C521-2073-1A89-4A54-9DD5B40CBA31}"/>
                  </a:ext>
                </a:extLst>
              </p14:cNvPr>
              <p14:cNvContentPartPr/>
              <p14:nvPr/>
            </p14:nvContentPartPr>
            <p14:xfrm>
              <a:off x="12255762" y="283256"/>
              <a:ext cx="254160" cy="370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33B8C521-2073-1A89-4A54-9DD5B40CBA3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237762" y="265256"/>
                <a:ext cx="289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795A9C22-33A0-2E6A-B170-9D420E898D5E}"/>
                  </a:ext>
                </a:extLst>
              </p14:cNvPr>
              <p14:cNvContentPartPr/>
              <p14:nvPr/>
            </p14:nvContentPartPr>
            <p14:xfrm>
              <a:off x="12261882" y="539216"/>
              <a:ext cx="196920" cy="151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795A9C22-33A0-2E6A-B170-9D420E898D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43849" y="521216"/>
                <a:ext cx="232625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4ADA2514-F17A-CCD3-56AD-D39BB292CEAD}"/>
                  </a:ext>
                </a:extLst>
              </p14:cNvPr>
              <p14:cNvContentPartPr/>
              <p14:nvPr/>
            </p14:nvContentPartPr>
            <p14:xfrm>
              <a:off x="12600282" y="367136"/>
              <a:ext cx="217080" cy="322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4ADA2514-F17A-CCD3-56AD-D39BB292CEA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582282" y="349136"/>
                <a:ext cx="2527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9819BFFA-40CA-1470-CA91-82188355FC70}"/>
                  </a:ext>
                </a:extLst>
              </p14:cNvPr>
              <p14:cNvContentPartPr/>
              <p14:nvPr/>
            </p14:nvContentPartPr>
            <p14:xfrm>
              <a:off x="12856602" y="388736"/>
              <a:ext cx="303480" cy="3470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9819BFFA-40CA-1470-CA91-82188355FC7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838581" y="370736"/>
                <a:ext cx="339162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16966505-989B-8B9D-8996-B1CD1BD69BF7}"/>
                  </a:ext>
                </a:extLst>
              </p14:cNvPr>
              <p14:cNvContentPartPr/>
              <p14:nvPr/>
            </p14:nvContentPartPr>
            <p14:xfrm>
              <a:off x="13233882" y="359576"/>
              <a:ext cx="299520" cy="348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16966505-989B-8B9D-8996-B1CD1BD69BF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215882" y="341576"/>
                <a:ext cx="3351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2058350-F4B7-9E43-D595-8C88D98472B0}"/>
                  </a:ext>
                </a:extLst>
              </p14:cNvPr>
              <p14:cNvContentPartPr/>
              <p14:nvPr/>
            </p14:nvContentPartPr>
            <p14:xfrm>
              <a:off x="13716642" y="361376"/>
              <a:ext cx="244080" cy="378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2058350-F4B7-9E43-D595-8C88D98472B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698642" y="343376"/>
                <a:ext cx="27972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BC51D56-0776-DEC6-376B-FD638FBD7B30}"/>
                  </a:ext>
                </a:extLst>
              </p14:cNvPr>
              <p14:cNvContentPartPr/>
              <p14:nvPr/>
            </p14:nvContentPartPr>
            <p14:xfrm>
              <a:off x="14335482" y="408176"/>
              <a:ext cx="173880" cy="278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BC51D56-0776-DEC6-376B-FD638FBD7B3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317482" y="390176"/>
                <a:ext cx="2095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36DFC86-28D0-7A46-00FF-6824CB70C054}"/>
                  </a:ext>
                </a:extLst>
              </p14:cNvPr>
              <p14:cNvContentPartPr/>
              <p14:nvPr/>
            </p14:nvContentPartPr>
            <p14:xfrm>
              <a:off x="14566242" y="400256"/>
              <a:ext cx="259560" cy="331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36DFC86-28D0-7A46-00FF-6824CB70C05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548242" y="382276"/>
                <a:ext cx="295200" cy="366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285ED1E-B7A8-6320-38FC-2CB66061A184}"/>
                  </a:ext>
                </a:extLst>
              </p14:cNvPr>
              <p14:cNvContentPartPr/>
              <p14:nvPr/>
            </p14:nvContentPartPr>
            <p14:xfrm>
              <a:off x="14916882" y="319976"/>
              <a:ext cx="214560" cy="340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285ED1E-B7A8-6320-38FC-2CB66061A1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898882" y="301976"/>
                <a:ext cx="2502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57E6A71-8992-9A34-29B4-B5568674B19B}"/>
                  </a:ext>
                </a:extLst>
              </p14:cNvPr>
              <p14:cNvContentPartPr/>
              <p14:nvPr/>
            </p14:nvContentPartPr>
            <p14:xfrm>
              <a:off x="14952162" y="502856"/>
              <a:ext cx="213480" cy="47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57E6A71-8992-9A34-29B4-B5568674B19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934132" y="484992"/>
                <a:ext cx="249180" cy="82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68EDDA3F-4C64-9116-E9C7-93477A82EDA9}"/>
                  </a:ext>
                </a:extLst>
              </p14:cNvPr>
              <p14:cNvContentPartPr/>
              <p14:nvPr/>
            </p14:nvContentPartPr>
            <p14:xfrm>
              <a:off x="14922642" y="715976"/>
              <a:ext cx="219960" cy="590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68EDDA3F-4C64-9116-E9C7-93477A82ED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904642" y="697976"/>
                <a:ext cx="255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88AAC259-FDEF-FA62-3CC9-96331C9C7B95}"/>
                  </a:ext>
                </a:extLst>
              </p14:cNvPr>
              <p14:cNvContentPartPr/>
              <p14:nvPr/>
            </p14:nvContentPartPr>
            <p14:xfrm>
              <a:off x="12045522" y="203696"/>
              <a:ext cx="37080" cy="2134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88AAC259-FDEF-FA62-3CC9-96331C9C7B9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027346" y="185696"/>
                <a:ext cx="73069" cy="21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617EADD-B04D-911F-43C3-7242091D81E6}"/>
                  </a:ext>
                </a:extLst>
              </p14:cNvPr>
              <p14:cNvContentPartPr/>
              <p14:nvPr/>
            </p14:nvContentPartPr>
            <p14:xfrm>
              <a:off x="12215082" y="166256"/>
              <a:ext cx="3294360" cy="910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617EADD-B04D-911F-43C3-7242091D81E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2197082" y="148256"/>
                <a:ext cx="3330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83232A2-C3B5-2D6F-426C-E0702035F72A}"/>
                  </a:ext>
                </a:extLst>
              </p14:cNvPr>
              <p14:cNvContentPartPr/>
              <p14:nvPr/>
            </p14:nvContentPartPr>
            <p14:xfrm>
              <a:off x="15456882" y="258056"/>
              <a:ext cx="78480" cy="18511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83232A2-C3B5-2D6F-426C-E0702035F72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438882" y="240052"/>
                <a:ext cx="114120" cy="1886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B3DC6AD-FFDE-DDC7-074F-BCB3A43D743D}"/>
                  </a:ext>
                </a:extLst>
              </p14:cNvPr>
              <p14:cNvContentPartPr/>
              <p14:nvPr/>
            </p14:nvContentPartPr>
            <p14:xfrm>
              <a:off x="12164682" y="2142656"/>
              <a:ext cx="3351960" cy="990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B3DC6AD-FFDE-DDC7-074F-BCB3A43D743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146682" y="2124721"/>
                <a:ext cx="3387600" cy="134511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BDD6C0-8F79-2D56-A22E-24F597C218B4}"/>
              </a:ext>
            </a:extLst>
          </p:cNvPr>
          <p:cNvGrpSpPr/>
          <p:nvPr/>
        </p:nvGrpSpPr>
        <p:grpSpPr>
          <a:xfrm>
            <a:off x="3605322" y="1095950"/>
            <a:ext cx="10240262" cy="1456560"/>
            <a:chOff x="3605322" y="1095950"/>
            <a:chExt cx="10240262" cy="14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0F219D2-7EBF-CEF4-B0AD-7B003FEE140E}"/>
                    </a:ext>
                  </a:extLst>
                </p14:cNvPr>
                <p14:cNvContentPartPr/>
                <p14:nvPr/>
              </p14:nvContentPartPr>
              <p14:xfrm>
                <a:off x="12255464" y="1179999"/>
                <a:ext cx="15120" cy="27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0F219D2-7EBF-CEF4-B0AD-7B003FEE140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246464" y="1170999"/>
                  <a:ext cx="32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CE2DD9-4663-3B1A-3106-BDBB5568DC72}"/>
                    </a:ext>
                  </a:extLst>
                </p14:cNvPr>
                <p14:cNvContentPartPr/>
                <p14:nvPr/>
              </p14:nvContentPartPr>
              <p14:xfrm>
                <a:off x="12255464" y="1312119"/>
                <a:ext cx="152280" cy="81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CE2DD9-4663-3B1A-3106-BDBB5568DC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2246485" y="1303119"/>
                  <a:ext cx="169878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A28C34-05BF-22B5-5BE3-51F8FA467310}"/>
                    </a:ext>
                  </a:extLst>
                </p14:cNvPr>
                <p14:cNvContentPartPr/>
                <p14:nvPr/>
              </p14:nvContentPartPr>
              <p14:xfrm>
                <a:off x="12390104" y="1183959"/>
                <a:ext cx="16560" cy="2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A28C34-05BF-22B5-5BE3-51F8FA46731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2380904" y="1174974"/>
                  <a:ext cx="34592" cy="240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E222D4E-7E4A-E6D4-A2A2-7BF0D374ED95}"/>
                    </a:ext>
                  </a:extLst>
                </p14:cNvPr>
                <p14:cNvContentPartPr/>
                <p14:nvPr/>
              </p14:nvContentPartPr>
              <p14:xfrm>
                <a:off x="12498464" y="1213839"/>
                <a:ext cx="26280" cy="181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E222D4E-7E4A-E6D4-A2A2-7BF0D374ED9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489464" y="1204857"/>
                  <a:ext cx="43920" cy="1986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F1BBE6-ACCA-29D1-E1BC-10E8115F73D0}"/>
                    </a:ext>
                  </a:extLst>
                </p14:cNvPr>
                <p14:cNvContentPartPr/>
                <p14:nvPr/>
              </p14:nvContentPartPr>
              <p14:xfrm>
                <a:off x="12566864" y="1224279"/>
                <a:ext cx="105840" cy="16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F1BBE6-ACCA-29D1-E1BC-10E8115F73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557864" y="1215299"/>
                  <a:ext cx="123480" cy="179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D3A47E6-2F62-2932-2C6C-F93F1C596BFC}"/>
                    </a:ext>
                  </a:extLst>
                </p14:cNvPr>
                <p14:cNvContentPartPr/>
                <p14:nvPr/>
              </p14:nvContentPartPr>
              <p14:xfrm>
                <a:off x="12763784" y="1215639"/>
                <a:ext cx="114120" cy="18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D3A47E6-2F62-2932-2C6C-F93F1C596BF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754784" y="1206639"/>
                  <a:ext cx="13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2A45DE-EBE2-DC22-B35B-AC1A9BE6B665}"/>
                    </a:ext>
                  </a:extLst>
                </p14:cNvPr>
                <p14:cNvContentPartPr/>
                <p14:nvPr/>
              </p14:nvContentPartPr>
              <p14:xfrm>
                <a:off x="12793664" y="1290519"/>
                <a:ext cx="110160" cy="33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2A45DE-EBE2-DC22-B35B-AC1A9BE6B66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784664" y="1281519"/>
                  <a:ext cx="127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CE3C4A5-427F-6897-BB68-AC99C9DB9C45}"/>
                    </a:ext>
                  </a:extLst>
                </p14:cNvPr>
                <p14:cNvContentPartPr/>
                <p14:nvPr/>
              </p14:nvContentPartPr>
              <p14:xfrm>
                <a:off x="12989144" y="1201959"/>
                <a:ext cx="196200" cy="186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CE3C4A5-427F-6897-BB68-AC99C9DB9C4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980144" y="1192959"/>
                  <a:ext cx="213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09E9D5-5F50-3BB8-D65A-18F6E525AB0B}"/>
                    </a:ext>
                  </a:extLst>
                </p14:cNvPr>
                <p14:cNvContentPartPr/>
                <p14:nvPr/>
              </p14:nvContentPartPr>
              <p14:xfrm>
                <a:off x="13238264" y="1234719"/>
                <a:ext cx="25560" cy="14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09E9D5-5F50-3BB8-D65A-18F6E525AB0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229264" y="1225741"/>
                  <a:ext cx="43200" cy="167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0326DF2-E518-D0F4-78AD-566F994E9F77}"/>
                    </a:ext>
                  </a:extLst>
                </p14:cNvPr>
                <p14:cNvContentPartPr/>
                <p14:nvPr/>
              </p14:nvContentPartPr>
              <p14:xfrm>
                <a:off x="13348424" y="1180719"/>
                <a:ext cx="134280" cy="182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0326DF2-E518-D0F4-78AD-566F994E9F7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3339424" y="1171737"/>
                  <a:ext cx="151920" cy="200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C2F0A1E-7CFB-82E6-9182-49FD72EDDD73}"/>
                    </a:ext>
                  </a:extLst>
                </p14:cNvPr>
                <p14:cNvContentPartPr/>
                <p14:nvPr/>
              </p14:nvContentPartPr>
              <p14:xfrm>
                <a:off x="13544624" y="1208439"/>
                <a:ext cx="105120" cy="14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C2F0A1E-7CFB-82E6-9182-49FD72EDDD7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3535624" y="1199439"/>
                  <a:ext cx="12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E1D7A9-EEC3-CD99-8179-EEA83C355F01}"/>
                    </a:ext>
                  </a:extLst>
                </p14:cNvPr>
                <p14:cNvContentPartPr/>
                <p14:nvPr/>
              </p14:nvContentPartPr>
              <p14:xfrm>
                <a:off x="13703024" y="1190799"/>
                <a:ext cx="142560" cy="21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E1D7A9-EEC3-CD99-8179-EEA83C355F0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694024" y="1181814"/>
                  <a:ext cx="160200" cy="234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FF2C4C-9D79-63EB-8635-9595E37FE2DF}"/>
                    </a:ext>
                  </a:extLst>
                </p14:cNvPr>
                <p14:cNvContentPartPr/>
                <p14:nvPr/>
              </p14:nvContentPartPr>
              <p14:xfrm>
                <a:off x="12261944" y="1709919"/>
                <a:ext cx="31680" cy="271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FF2C4C-9D79-63EB-8635-9595E37FE2D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253045" y="1700919"/>
                  <a:ext cx="49122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5E2E0B3-AD2E-DD1E-C482-2E4773952C8F}"/>
                    </a:ext>
                  </a:extLst>
                </p14:cNvPr>
                <p14:cNvContentPartPr/>
                <p14:nvPr/>
              </p14:nvContentPartPr>
              <p14:xfrm>
                <a:off x="12252584" y="1686879"/>
                <a:ext cx="195840" cy="5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5E2E0B3-AD2E-DD1E-C482-2E4773952C8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243601" y="1677821"/>
                  <a:ext cx="213448" cy="73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C16DF58-7C31-4CC1-9BB5-33C78F014BC1}"/>
                    </a:ext>
                  </a:extLst>
                </p14:cNvPr>
                <p14:cNvContentPartPr/>
                <p14:nvPr/>
              </p14:nvContentPartPr>
              <p14:xfrm>
                <a:off x="12265184" y="1856439"/>
                <a:ext cx="158040" cy="28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C16DF58-7C31-4CC1-9BB5-33C78F014B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256184" y="1847439"/>
                  <a:ext cx="175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026894-27F0-2E92-4A78-E50CCAD8AF15}"/>
                    </a:ext>
                  </a:extLst>
                </p14:cNvPr>
                <p14:cNvContentPartPr/>
                <p14:nvPr/>
              </p14:nvContentPartPr>
              <p14:xfrm>
                <a:off x="12567944" y="1736199"/>
                <a:ext cx="146520" cy="22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026894-27F0-2E92-4A78-E50CCAD8AF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558944" y="1727199"/>
                  <a:ext cx="16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4060F75-DDF3-10CC-8FF9-CAA87AED758F}"/>
                    </a:ext>
                  </a:extLst>
                </p14:cNvPr>
                <p14:cNvContentPartPr/>
                <p14:nvPr/>
              </p14:nvContentPartPr>
              <p14:xfrm>
                <a:off x="12826064" y="1731159"/>
                <a:ext cx="229320" cy="230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4060F75-DDF3-10CC-8FF9-CAA87AED758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817064" y="1722159"/>
                  <a:ext cx="246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C2AF5BF-2704-B06F-DD52-14644FB0A23A}"/>
                    </a:ext>
                  </a:extLst>
                </p14:cNvPr>
                <p14:cNvContentPartPr/>
                <p14:nvPr/>
              </p14:nvContentPartPr>
              <p14:xfrm>
                <a:off x="13113704" y="1727199"/>
                <a:ext cx="214560" cy="24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C2AF5BF-2704-B06F-DD52-14644FB0A23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104704" y="1718199"/>
                  <a:ext cx="232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8BCD70-D9D7-2402-E978-817CDFD2377B}"/>
                    </a:ext>
                  </a:extLst>
                </p14:cNvPr>
                <p14:cNvContentPartPr/>
                <p14:nvPr/>
              </p14:nvContentPartPr>
              <p14:xfrm>
                <a:off x="13479104" y="1736559"/>
                <a:ext cx="170640" cy="286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8BCD70-D9D7-2402-E978-817CDFD2377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470104" y="1727559"/>
                  <a:ext cx="188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C8D1D19-7AD0-D317-72D9-E2797C4CE9FB}"/>
                    </a:ext>
                  </a:extLst>
                </p14:cNvPr>
                <p14:cNvContentPartPr/>
                <p14:nvPr/>
              </p14:nvContentPartPr>
              <p14:xfrm>
                <a:off x="3605322" y="1273070"/>
                <a:ext cx="8613000" cy="127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C8D1D19-7AD0-D317-72D9-E2797C4CE9F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587323" y="1255070"/>
                  <a:ext cx="8648639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267E080-6192-CC2D-B160-A4CB0DD1263A}"/>
                    </a:ext>
                  </a:extLst>
                </p14:cNvPr>
                <p14:cNvContentPartPr/>
                <p14:nvPr/>
              </p14:nvContentPartPr>
              <p14:xfrm>
                <a:off x="11641242" y="1095950"/>
                <a:ext cx="28440" cy="24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267E080-6192-CC2D-B160-A4CB0DD1263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623467" y="1077950"/>
                  <a:ext cx="63635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59CABBB-794F-C5DD-28FB-74CFB1A65E70}"/>
                    </a:ext>
                  </a:extLst>
                </p14:cNvPr>
                <p14:cNvContentPartPr/>
                <p14:nvPr/>
              </p14:nvContentPartPr>
              <p14:xfrm>
                <a:off x="11556642" y="1108910"/>
                <a:ext cx="560520" cy="173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59CABBB-794F-C5DD-28FB-74CFB1A65E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538642" y="1090910"/>
                  <a:ext cx="596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7D4FE55-A59C-A90F-3565-5028EC593C4A}"/>
                    </a:ext>
                  </a:extLst>
                </p14:cNvPr>
                <p14:cNvContentPartPr/>
                <p14:nvPr/>
              </p14:nvContentPartPr>
              <p14:xfrm>
                <a:off x="11698482" y="1409510"/>
                <a:ext cx="448560" cy="26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7D4FE55-A59C-A90F-3565-5028EC593C4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680482" y="1391510"/>
                  <a:ext cx="484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0C20C77-AC7F-23C6-247B-07036EC9A78E}"/>
                    </a:ext>
                  </a:extLst>
                </p14:cNvPr>
                <p14:cNvContentPartPr/>
                <p14:nvPr/>
              </p14:nvContentPartPr>
              <p14:xfrm>
                <a:off x="11644842" y="1170470"/>
                <a:ext cx="24840" cy="446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0C20C77-AC7F-23C6-247B-07036EC9A78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627099" y="1152470"/>
                  <a:ext cx="59971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3890BEA-54FE-89AB-2E72-6B68AD25F7A0}"/>
              </a:ext>
            </a:extLst>
          </p:cNvPr>
          <p:cNvGrpSpPr/>
          <p:nvPr/>
        </p:nvGrpSpPr>
        <p:grpSpPr>
          <a:xfrm>
            <a:off x="3828882" y="2040950"/>
            <a:ext cx="7991280" cy="1810440"/>
            <a:chOff x="3828882" y="2040950"/>
            <a:chExt cx="7991280" cy="18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9E54F40-9D0E-A1BA-7AB1-5A293BADC7F8}"/>
                    </a:ext>
                  </a:extLst>
                </p14:cNvPr>
                <p14:cNvContentPartPr/>
                <p14:nvPr/>
              </p14:nvContentPartPr>
              <p14:xfrm>
                <a:off x="3828882" y="2236430"/>
                <a:ext cx="7448040" cy="1614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9E54F40-9D0E-A1BA-7AB1-5A293BADC7F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810881" y="2218430"/>
                  <a:ext cx="7483682" cy="16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13B3B63-2BD4-A89C-AD08-2C4F01386362}"/>
                    </a:ext>
                  </a:extLst>
                </p14:cNvPr>
                <p14:cNvContentPartPr/>
                <p14:nvPr/>
              </p14:nvContentPartPr>
              <p14:xfrm>
                <a:off x="11087202" y="2040950"/>
                <a:ext cx="732960" cy="527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13B3B63-2BD4-A89C-AD08-2C4F0138636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69193" y="2022950"/>
                  <a:ext cx="768618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DB2C934-24F1-4D29-69DE-A93164A0B891}"/>
                    </a:ext>
                  </a:extLst>
                </p14:cNvPr>
                <p14:cNvContentPartPr/>
                <p14:nvPr/>
              </p14:nvContentPartPr>
              <p14:xfrm>
                <a:off x="11125002" y="2085950"/>
                <a:ext cx="204840" cy="509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DB2C934-24F1-4D29-69DE-A93164A0B89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107002" y="2067950"/>
                  <a:ext cx="240480" cy="545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07AA557-ADB3-7714-01DA-CB27712BCD0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692317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E2001DF1-F0AE-150D-D5F6-B3041A36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7D14AA8-7FEE-8E5F-0067-7CB16FE255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1C32047E-9512-5411-4F8C-54317F923E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3BC76E-5A28-27AD-CAA6-81EF27FBD4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C8A8C5-E4E0-2CA6-4C3A-C58EFF8C43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DA04C4-6EDD-A147-B0E1-605291A67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0" y="2186722"/>
            <a:ext cx="10426760" cy="7748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56B648C-5B23-3A4B-5A04-A07E1AAB2F02}"/>
                  </a:ext>
                </a:extLst>
              </p14:cNvPr>
              <p14:cNvContentPartPr/>
              <p14:nvPr/>
            </p14:nvContentPartPr>
            <p14:xfrm>
              <a:off x="2861111" y="2700497"/>
              <a:ext cx="673200" cy="65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56B648C-5B23-3A4B-5A04-A07E1AAB2F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7111" y="2592497"/>
                <a:ext cx="7808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42A049B-5A9C-189C-68B4-8D13B5A02BA6}"/>
                  </a:ext>
                </a:extLst>
              </p14:cNvPr>
              <p14:cNvContentPartPr/>
              <p14:nvPr/>
            </p14:nvContentPartPr>
            <p14:xfrm>
              <a:off x="3081431" y="3907937"/>
              <a:ext cx="540000" cy="3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42A049B-5A9C-189C-68B4-8D13B5A02BA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7431" y="3798737"/>
                <a:ext cx="647640" cy="250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EC2364-7C34-1A9E-B791-C0D1E204CC18}"/>
                  </a:ext>
                </a:extLst>
              </p14:cNvPr>
              <p14:cNvContentPartPr/>
              <p14:nvPr/>
            </p14:nvContentPartPr>
            <p14:xfrm>
              <a:off x="7595471" y="3610937"/>
              <a:ext cx="658800" cy="47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EC2364-7C34-1A9E-B791-C0D1E204CC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41471" y="3502119"/>
                <a:ext cx="766440" cy="265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B95CD18-33FD-D856-20A1-7E1CFE8AA512}"/>
                  </a:ext>
                </a:extLst>
              </p14:cNvPr>
              <p14:cNvContentPartPr/>
              <p14:nvPr/>
            </p14:nvContentPartPr>
            <p14:xfrm>
              <a:off x="3835271" y="5009177"/>
              <a:ext cx="442080" cy="42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B95CD18-33FD-D856-20A1-7E1CFE8AA5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81227" y="4901177"/>
                <a:ext cx="549808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741D168-27F5-193A-1BD7-14B546680704}"/>
                  </a:ext>
                </a:extLst>
              </p14:cNvPr>
              <p14:cNvContentPartPr/>
              <p14:nvPr/>
            </p14:nvContentPartPr>
            <p14:xfrm>
              <a:off x="6396311" y="5927897"/>
              <a:ext cx="585000" cy="34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741D168-27F5-193A-1BD7-14B5466807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42311" y="5819897"/>
                <a:ext cx="6926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803492AA-CF4C-8E4D-6687-DCE82E1BFB83}"/>
                  </a:ext>
                </a:extLst>
              </p14:cNvPr>
              <p14:cNvContentPartPr/>
              <p14:nvPr/>
            </p14:nvContentPartPr>
            <p14:xfrm>
              <a:off x="12275922" y="289376"/>
              <a:ext cx="30240" cy="429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803492AA-CF4C-8E4D-6687-DCE82E1BFB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258134" y="271361"/>
                <a:ext cx="65461" cy="46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25416D3-FC1B-322E-E063-3A4AF79E9ADA}"/>
                  </a:ext>
                </a:extLst>
              </p14:cNvPr>
              <p14:cNvContentPartPr/>
              <p14:nvPr/>
            </p14:nvContentPartPr>
            <p14:xfrm>
              <a:off x="12255762" y="283256"/>
              <a:ext cx="254160" cy="370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25416D3-FC1B-322E-E063-3A4AF79E9AD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237762" y="265256"/>
                <a:ext cx="289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0129D8D6-0769-2DB9-6FC0-57C35EE9D296}"/>
                  </a:ext>
                </a:extLst>
              </p14:cNvPr>
              <p14:cNvContentPartPr/>
              <p14:nvPr/>
            </p14:nvContentPartPr>
            <p14:xfrm>
              <a:off x="12261882" y="539216"/>
              <a:ext cx="196920" cy="151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0129D8D6-0769-2DB9-6FC0-57C35EE9D29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243849" y="521216"/>
                <a:ext cx="232625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FEED979-ADE4-0980-AACE-97C4E3FCB852}"/>
                  </a:ext>
                </a:extLst>
              </p14:cNvPr>
              <p14:cNvContentPartPr/>
              <p14:nvPr/>
            </p14:nvContentPartPr>
            <p14:xfrm>
              <a:off x="12600282" y="367136"/>
              <a:ext cx="217080" cy="322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FEED979-ADE4-0980-AACE-97C4E3FCB85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582282" y="349136"/>
                <a:ext cx="2527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C1890C81-0507-1C10-20C7-B0EBDFEE1C8C}"/>
                  </a:ext>
                </a:extLst>
              </p14:cNvPr>
              <p14:cNvContentPartPr/>
              <p14:nvPr/>
            </p14:nvContentPartPr>
            <p14:xfrm>
              <a:off x="12856602" y="388736"/>
              <a:ext cx="303480" cy="3470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C1890C81-0507-1C10-20C7-B0EBDFEE1C8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838581" y="370736"/>
                <a:ext cx="339162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06286E6-26D3-69DA-2908-636C44A712C7}"/>
                  </a:ext>
                </a:extLst>
              </p14:cNvPr>
              <p14:cNvContentPartPr/>
              <p14:nvPr/>
            </p14:nvContentPartPr>
            <p14:xfrm>
              <a:off x="13233882" y="359576"/>
              <a:ext cx="299520" cy="348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06286E6-26D3-69DA-2908-636C44A712C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215882" y="341576"/>
                <a:ext cx="3351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407E5359-C0D9-C1DD-1E89-59A51A854FBB}"/>
                  </a:ext>
                </a:extLst>
              </p14:cNvPr>
              <p14:cNvContentPartPr/>
              <p14:nvPr/>
            </p14:nvContentPartPr>
            <p14:xfrm>
              <a:off x="13716642" y="361376"/>
              <a:ext cx="244080" cy="378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407E5359-C0D9-C1DD-1E89-59A51A854FB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698642" y="343376"/>
                <a:ext cx="27972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50D8E1A1-52B4-B709-219C-36E681020620}"/>
                  </a:ext>
                </a:extLst>
              </p14:cNvPr>
              <p14:cNvContentPartPr/>
              <p14:nvPr/>
            </p14:nvContentPartPr>
            <p14:xfrm>
              <a:off x="14335482" y="408176"/>
              <a:ext cx="173880" cy="278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50D8E1A1-52B4-B709-219C-36E68102062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317482" y="390176"/>
                <a:ext cx="2095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68BB1ED-DC1D-3246-6D3B-6A9E79F2F553}"/>
                  </a:ext>
                </a:extLst>
              </p14:cNvPr>
              <p14:cNvContentPartPr/>
              <p14:nvPr/>
            </p14:nvContentPartPr>
            <p14:xfrm>
              <a:off x="14566242" y="400256"/>
              <a:ext cx="259560" cy="331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68BB1ED-DC1D-3246-6D3B-6A9E79F2F55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4548242" y="382276"/>
                <a:ext cx="295200" cy="366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1FF81B38-9BD9-F9A1-68ED-5E81BDD5C60C}"/>
                  </a:ext>
                </a:extLst>
              </p14:cNvPr>
              <p14:cNvContentPartPr/>
              <p14:nvPr/>
            </p14:nvContentPartPr>
            <p14:xfrm>
              <a:off x="14916882" y="319976"/>
              <a:ext cx="214560" cy="340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1FF81B38-9BD9-F9A1-68ED-5E81BDD5C60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898882" y="301976"/>
                <a:ext cx="2502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929B7B8-DD47-5B7E-F39A-F3F341C3E027}"/>
                  </a:ext>
                </a:extLst>
              </p14:cNvPr>
              <p14:cNvContentPartPr/>
              <p14:nvPr/>
            </p14:nvContentPartPr>
            <p14:xfrm>
              <a:off x="14952162" y="502856"/>
              <a:ext cx="213480" cy="47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929B7B8-DD47-5B7E-F39A-F3F341C3E02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4934132" y="484992"/>
                <a:ext cx="249180" cy="82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F61DB20C-E65D-07C9-F31A-EEE585BCCA21}"/>
                  </a:ext>
                </a:extLst>
              </p14:cNvPr>
              <p14:cNvContentPartPr/>
              <p14:nvPr/>
            </p14:nvContentPartPr>
            <p14:xfrm>
              <a:off x="14922642" y="715976"/>
              <a:ext cx="219960" cy="590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F61DB20C-E65D-07C9-F31A-EEE585BCCA2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4904642" y="697976"/>
                <a:ext cx="255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4F1C986E-9240-1F3E-853A-5CBB37CE5C89}"/>
                  </a:ext>
                </a:extLst>
              </p14:cNvPr>
              <p14:cNvContentPartPr/>
              <p14:nvPr/>
            </p14:nvContentPartPr>
            <p14:xfrm>
              <a:off x="12045522" y="203696"/>
              <a:ext cx="37080" cy="2134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4F1C986E-9240-1F3E-853A-5CBB37CE5C8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027346" y="185696"/>
                <a:ext cx="73069" cy="21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EEA17AC0-DEF7-8DAD-5DE1-832940ADC84D}"/>
                  </a:ext>
                </a:extLst>
              </p14:cNvPr>
              <p14:cNvContentPartPr/>
              <p14:nvPr/>
            </p14:nvContentPartPr>
            <p14:xfrm>
              <a:off x="12215082" y="166256"/>
              <a:ext cx="3294360" cy="910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EEA17AC0-DEF7-8DAD-5DE1-832940ADC84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197082" y="148256"/>
                <a:ext cx="3330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8E454E4-7921-1349-779D-6D5D16F421A4}"/>
                  </a:ext>
                </a:extLst>
              </p14:cNvPr>
              <p14:cNvContentPartPr/>
              <p14:nvPr/>
            </p14:nvContentPartPr>
            <p14:xfrm>
              <a:off x="15456882" y="258056"/>
              <a:ext cx="78480" cy="18511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8E454E4-7921-1349-779D-6D5D16F421A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5438882" y="240052"/>
                <a:ext cx="114120" cy="1886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7CA9A5BB-4483-96F8-EDFB-483ACF3D104A}"/>
                  </a:ext>
                </a:extLst>
              </p14:cNvPr>
              <p14:cNvContentPartPr/>
              <p14:nvPr/>
            </p14:nvContentPartPr>
            <p14:xfrm>
              <a:off x="12164682" y="2142656"/>
              <a:ext cx="3351960" cy="990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7CA9A5BB-4483-96F8-EDFB-483ACF3D104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2146682" y="2124721"/>
                <a:ext cx="3387600" cy="134511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746C8D8-299B-5973-3444-E1D0E7962ADD}"/>
              </a:ext>
            </a:extLst>
          </p:cNvPr>
          <p:cNvGrpSpPr/>
          <p:nvPr/>
        </p:nvGrpSpPr>
        <p:grpSpPr>
          <a:xfrm>
            <a:off x="3605322" y="1095950"/>
            <a:ext cx="10240262" cy="1456560"/>
            <a:chOff x="3605322" y="1095950"/>
            <a:chExt cx="10240262" cy="14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CB5821-2EC3-702F-A81F-0F92AED415E1}"/>
                    </a:ext>
                  </a:extLst>
                </p14:cNvPr>
                <p14:cNvContentPartPr/>
                <p14:nvPr/>
              </p14:nvContentPartPr>
              <p14:xfrm>
                <a:off x="12255464" y="1179999"/>
                <a:ext cx="15120" cy="27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CB5821-2EC3-702F-A81F-0F92AED415E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2246464" y="1170999"/>
                  <a:ext cx="32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9B8926B-07BD-7B34-85C5-C6E7DEA5355A}"/>
                    </a:ext>
                  </a:extLst>
                </p14:cNvPr>
                <p14:cNvContentPartPr/>
                <p14:nvPr/>
              </p14:nvContentPartPr>
              <p14:xfrm>
                <a:off x="12255464" y="1312119"/>
                <a:ext cx="152280" cy="81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9B8926B-07BD-7B34-85C5-C6E7DEA5355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246485" y="1303119"/>
                  <a:ext cx="169878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C5B7DE-E80C-D536-01F0-5070E602ABCD}"/>
                    </a:ext>
                  </a:extLst>
                </p14:cNvPr>
                <p14:cNvContentPartPr/>
                <p14:nvPr/>
              </p14:nvContentPartPr>
              <p14:xfrm>
                <a:off x="12390104" y="1183959"/>
                <a:ext cx="16560" cy="2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C5B7DE-E80C-D536-01F0-5070E602AB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2380904" y="1174974"/>
                  <a:ext cx="34592" cy="240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CF35D55-C447-81B7-B6A2-EBDCB243B7AA}"/>
                    </a:ext>
                  </a:extLst>
                </p14:cNvPr>
                <p14:cNvContentPartPr/>
                <p14:nvPr/>
              </p14:nvContentPartPr>
              <p14:xfrm>
                <a:off x="12498464" y="1213839"/>
                <a:ext cx="26280" cy="181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CF35D55-C447-81B7-B6A2-EBDCB243B7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489464" y="1204857"/>
                  <a:ext cx="43920" cy="1986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BA288F-D626-53D1-6772-D770E557AEBA}"/>
                    </a:ext>
                  </a:extLst>
                </p14:cNvPr>
                <p14:cNvContentPartPr/>
                <p14:nvPr/>
              </p14:nvContentPartPr>
              <p14:xfrm>
                <a:off x="12566864" y="1224279"/>
                <a:ext cx="105840" cy="16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BA288F-D626-53D1-6772-D770E557AE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557864" y="1215299"/>
                  <a:ext cx="123480" cy="179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419CD2-8BA7-1552-E676-9916AEF298CD}"/>
                    </a:ext>
                  </a:extLst>
                </p14:cNvPr>
                <p14:cNvContentPartPr/>
                <p14:nvPr/>
              </p14:nvContentPartPr>
              <p14:xfrm>
                <a:off x="12763784" y="1215639"/>
                <a:ext cx="114120" cy="18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419CD2-8BA7-1552-E676-9916AEF298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754784" y="1206639"/>
                  <a:ext cx="13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B6827BA-FCC7-F2B7-670B-F09BE313D4D9}"/>
                    </a:ext>
                  </a:extLst>
                </p14:cNvPr>
                <p14:cNvContentPartPr/>
                <p14:nvPr/>
              </p14:nvContentPartPr>
              <p14:xfrm>
                <a:off x="12793664" y="1290519"/>
                <a:ext cx="110160" cy="33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B6827BA-FCC7-F2B7-670B-F09BE313D4D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784664" y="1281519"/>
                  <a:ext cx="127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8D9CB1F-480A-9390-7A71-285CFD413626}"/>
                    </a:ext>
                  </a:extLst>
                </p14:cNvPr>
                <p14:cNvContentPartPr/>
                <p14:nvPr/>
              </p14:nvContentPartPr>
              <p14:xfrm>
                <a:off x="12989144" y="1201959"/>
                <a:ext cx="196200" cy="186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8D9CB1F-480A-9390-7A71-285CFD4136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980144" y="1192959"/>
                  <a:ext cx="213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154FD1-19AF-919C-E351-9374D3244DC5}"/>
                    </a:ext>
                  </a:extLst>
                </p14:cNvPr>
                <p14:cNvContentPartPr/>
                <p14:nvPr/>
              </p14:nvContentPartPr>
              <p14:xfrm>
                <a:off x="13238264" y="1234719"/>
                <a:ext cx="25560" cy="14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154FD1-19AF-919C-E351-9374D3244DC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3229264" y="1225741"/>
                  <a:ext cx="43200" cy="167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9F8E92-3AC2-D486-49E7-F9CEF89F95D9}"/>
                    </a:ext>
                  </a:extLst>
                </p14:cNvPr>
                <p14:cNvContentPartPr/>
                <p14:nvPr/>
              </p14:nvContentPartPr>
              <p14:xfrm>
                <a:off x="13348424" y="1180719"/>
                <a:ext cx="134280" cy="182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9F8E92-3AC2-D486-49E7-F9CEF89F95D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3339424" y="1171737"/>
                  <a:ext cx="151920" cy="200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A71FD0-DF60-18B8-0FD4-EF9D34C61246}"/>
                    </a:ext>
                  </a:extLst>
                </p14:cNvPr>
                <p14:cNvContentPartPr/>
                <p14:nvPr/>
              </p14:nvContentPartPr>
              <p14:xfrm>
                <a:off x="13544624" y="1208439"/>
                <a:ext cx="105120" cy="14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A71FD0-DF60-18B8-0FD4-EF9D34C6124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3535624" y="1199439"/>
                  <a:ext cx="12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9D9C20F-760B-FC52-FBBD-972E41D6FD1D}"/>
                    </a:ext>
                  </a:extLst>
                </p14:cNvPr>
                <p14:cNvContentPartPr/>
                <p14:nvPr/>
              </p14:nvContentPartPr>
              <p14:xfrm>
                <a:off x="13703024" y="1190799"/>
                <a:ext cx="142560" cy="21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9D9C20F-760B-FC52-FBBD-972E41D6FD1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3694024" y="1181814"/>
                  <a:ext cx="160200" cy="234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DD7A8DD-1B5E-448F-FB65-A2E0ABBE6F6F}"/>
                    </a:ext>
                  </a:extLst>
                </p14:cNvPr>
                <p14:cNvContentPartPr/>
                <p14:nvPr/>
              </p14:nvContentPartPr>
              <p14:xfrm>
                <a:off x="12261944" y="1709919"/>
                <a:ext cx="31680" cy="271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DD7A8DD-1B5E-448F-FB65-A2E0ABBE6F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253045" y="1700919"/>
                  <a:ext cx="49122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A658D9-B1E5-F5A8-6C88-8DC2F2D3F38A}"/>
                    </a:ext>
                  </a:extLst>
                </p14:cNvPr>
                <p14:cNvContentPartPr/>
                <p14:nvPr/>
              </p14:nvContentPartPr>
              <p14:xfrm>
                <a:off x="12252584" y="1686879"/>
                <a:ext cx="195840" cy="5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A658D9-B1E5-F5A8-6C88-8DC2F2D3F38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2243601" y="1677821"/>
                  <a:ext cx="213448" cy="73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92C48FF-BA9E-4160-AA2C-3741FC0FAB0A}"/>
                    </a:ext>
                  </a:extLst>
                </p14:cNvPr>
                <p14:cNvContentPartPr/>
                <p14:nvPr/>
              </p14:nvContentPartPr>
              <p14:xfrm>
                <a:off x="12265184" y="1856439"/>
                <a:ext cx="158040" cy="28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92C48FF-BA9E-4160-AA2C-3741FC0FAB0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2256184" y="1847439"/>
                  <a:ext cx="175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41D257E-9EF5-822E-C26D-A0AF635B6B08}"/>
                    </a:ext>
                  </a:extLst>
                </p14:cNvPr>
                <p14:cNvContentPartPr/>
                <p14:nvPr/>
              </p14:nvContentPartPr>
              <p14:xfrm>
                <a:off x="12567944" y="1736199"/>
                <a:ext cx="146520" cy="22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41D257E-9EF5-822E-C26D-A0AF635B6B0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2558944" y="1727199"/>
                  <a:ext cx="16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BFD7717-4B6E-B084-B5DD-521AF6A4DBD2}"/>
                    </a:ext>
                  </a:extLst>
                </p14:cNvPr>
                <p14:cNvContentPartPr/>
                <p14:nvPr/>
              </p14:nvContentPartPr>
              <p14:xfrm>
                <a:off x="12826064" y="1731159"/>
                <a:ext cx="229320" cy="230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BFD7717-4B6E-B084-B5DD-521AF6A4DBD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2817064" y="1722159"/>
                  <a:ext cx="246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E9BC7BA-5F12-F7BA-EBE4-5657B8ADDDA4}"/>
                    </a:ext>
                  </a:extLst>
                </p14:cNvPr>
                <p14:cNvContentPartPr/>
                <p14:nvPr/>
              </p14:nvContentPartPr>
              <p14:xfrm>
                <a:off x="13113704" y="1727199"/>
                <a:ext cx="214560" cy="24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E9BC7BA-5F12-F7BA-EBE4-5657B8ADDD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104704" y="1718199"/>
                  <a:ext cx="232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F66F912-0D27-58B2-C0DA-1073E1EE3DE9}"/>
                    </a:ext>
                  </a:extLst>
                </p14:cNvPr>
                <p14:cNvContentPartPr/>
                <p14:nvPr/>
              </p14:nvContentPartPr>
              <p14:xfrm>
                <a:off x="13479104" y="1736559"/>
                <a:ext cx="170640" cy="286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F66F912-0D27-58B2-C0DA-1073E1EE3DE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3470104" y="1727559"/>
                  <a:ext cx="188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A4EC9E5-E202-3DCB-E9A1-3CC9686A6141}"/>
                    </a:ext>
                  </a:extLst>
                </p14:cNvPr>
                <p14:cNvContentPartPr/>
                <p14:nvPr/>
              </p14:nvContentPartPr>
              <p14:xfrm>
                <a:off x="3605322" y="1273070"/>
                <a:ext cx="8613000" cy="127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A4EC9E5-E202-3DCB-E9A1-3CC9686A614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587323" y="1255070"/>
                  <a:ext cx="8648639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B8467C1-A486-8C37-AA6D-7A4786177CF4}"/>
                    </a:ext>
                  </a:extLst>
                </p14:cNvPr>
                <p14:cNvContentPartPr/>
                <p14:nvPr/>
              </p14:nvContentPartPr>
              <p14:xfrm>
                <a:off x="11641242" y="1095950"/>
                <a:ext cx="28440" cy="24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B8467C1-A486-8C37-AA6D-7A4786177CF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623467" y="1077950"/>
                  <a:ext cx="63635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6F37ACF-8F0C-62A7-55AC-ECD25FCD76B4}"/>
                    </a:ext>
                  </a:extLst>
                </p14:cNvPr>
                <p14:cNvContentPartPr/>
                <p14:nvPr/>
              </p14:nvContentPartPr>
              <p14:xfrm>
                <a:off x="11556642" y="1108910"/>
                <a:ext cx="560520" cy="173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6F37ACF-8F0C-62A7-55AC-ECD25FCD76B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538642" y="1090910"/>
                  <a:ext cx="596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A3A25C4-26C7-DE1E-8B45-10D5241187A5}"/>
                    </a:ext>
                  </a:extLst>
                </p14:cNvPr>
                <p14:cNvContentPartPr/>
                <p14:nvPr/>
              </p14:nvContentPartPr>
              <p14:xfrm>
                <a:off x="11698482" y="1409510"/>
                <a:ext cx="448560" cy="26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A3A25C4-26C7-DE1E-8B45-10D5241187A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680482" y="1391510"/>
                  <a:ext cx="484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96AF7757-ACEE-6BFC-863D-A1F21C353A98}"/>
                    </a:ext>
                  </a:extLst>
                </p14:cNvPr>
                <p14:cNvContentPartPr/>
                <p14:nvPr/>
              </p14:nvContentPartPr>
              <p14:xfrm>
                <a:off x="11644842" y="1170470"/>
                <a:ext cx="24840" cy="446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96AF7757-ACEE-6BFC-863D-A1F21C353A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627099" y="1152470"/>
                  <a:ext cx="59971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812C991-F594-6B60-5628-DB018F099337}"/>
              </a:ext>
            </a:extLst>
          </p:cNvPr>
          <p:cNvGrpSpPr/>
          <p:nvPr/>
        </p:nvGrpSpPr>
        <p:grpSpPr>
          <a:xfrm>
            <a:off x="3828882" y="2040950"/>
            <a:ext cx="7991280" cy="1810440"/>
            <a:chOff x="3828882" y="2040950"/>
            <a:chExt cx="7991280" cy="18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6A17E35-7A98-50B9-0B96-387636620D99}"/>
                    </a:ext>
                  </a:extLst>
                </p14:cNvPr>
                <p14:cNvContentPartPr/>
                <p14:nvPr/>
              </p14:nvContentPartPr>
              <p14:xfrm>
                <a:off x="3828882" y="2236430"/>
                <a:ext cx="7448040" cy="1614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6A17E35-7A98-50B9-0B96-387636620D9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810881" y="2218430"/>
                  <a:ext cx="7483682" cy="16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396C5A4-73D5-0D15-5C53-4C4763C3DD1C}"/>
                    </a:ext>
                  </a:extLst>
                </p14:cNvPr>
                <p14:cNvContentPartPr/>
                <p14:nvPr/>
              </p14:nvContentPartPr>
              <p14:xfrm>
                <a:off x="11087202" y="2040950"/>
                <a:ext cx="732960" cy="527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396C5A4-73D5-0D15-5C53-4C4763C3DD1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069193" y="2022950"/>
                  <a:ext cx="768618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8E57BA7-C1C9-167F-5BDD-64A65CB59892}"/>
                    </a:ext>
                  </a:extLst>
                </p14:cNvPr>
                <p14:cNvContentPartPr/>
                <p14:nvPr/>
              </p14:nvContentPartPr>
              <p14:xfrm>
                <a:off x="11125002" y="2085950"/>
                <a:ext cx="204840" cy="509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8E57BA7-C1C9-167F-5BDD-64A65CB5989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07002" y="2067950"/>
                  <a:ext cx="240480" cy="54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797385D1-44F9-BA12-ECFE-FB5F300923EB}"/>
              </a:ext>
            </a:extLst>
          </p:cNvPr>
          <p:cNvGrpSpPr/>
          <p:nvPr/>
        </p:nvGrpSpPr>
        <p:grpSpPr>
          <a:xfrm>
            <a:off x="4785042" y="2566910"/>
            <a:ext cx="11321280" cy="3587040"/>
            <a:chOff x="4785042" y="2566910"/>
            <a:chExt cx="11321280" cy="358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1E65D4D-3B45-0558-E7E5-92A03DD51EBC}"/>
                    </a:ext>
                  </a:extLst>
                </p14:cNvPr>
                <p14:cNvContentPartPr/>
                <p14:nvPr/>
              </p14:nvContentPartPr>
              <p14:xfrm>
                <a:off x="12211268" y="3055204"/>
                <a:ext cx="283320" cy="308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1E65D4D-3B45-0558-E7E5-92A03DD51E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2193268" y="3037204"/>
                  <a:ext cx="3189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D87E22B-BF5F-6932-4100-34C6BA25D534}"/>
                    </a:ext>
                  </a:extLst>
                </p14:cNvPr>
                <p14:cNvContentPartPr/>
                <p14:nvPr/>
              </p14:nvContentPartPr>
              <p14:xfrm>
                <a:off x="12526268" y="3098404"/>
                <a:ext cx="183240" cy="274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D87E22B-BF5F-6932-4100-34C6BA25D53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508268" y="3080380"/>
                  <a:ext cx="218880" cy="310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DBF0F94-4843-4613-F970-B5CBCF492810}"/>
                    </a:ext>
                  </a:extLst>
                </p14:cNvPr>
                <p14:cNvContentPartPr/>
                <p14:nvPr/>
              </p14:nvContentPartPr>
              <p14:xfrm>
                <a:off x="12544628" y="3215044"/>
                <a:ext cx="128880" cy="32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DBF0F94-4843-4613-F970-B5CBCF49281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2526628" y="3196839"/>
                  <a:ext cx="164520" cy="68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7D5E796-11C2-C1A6-585A-527FB0B598D6}"/>
                    </a:ext>
                  </a:extLst>
                </p14:cNvPr>
                <p14:cNvContentPartPr/>
                <p14:nvPr/>
              </p14:nvContentPartPr>
              <p14:xfrm>
                <a:off x="12748748" y="3050884"/>
                <a:ext cx="267480" cy="346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7D5E796-11C2-C1A6-585A-527FB0B598D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2730748" y="3032884"/>
                  <a:ext cx="3031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35FD4C-B2B2-71D3-E3DC-02744938C586}"/>
                    </a:ext>
                  </a:extLst>
                </p14:cNvPr>
                <p14:cNvContentPartPr/>
                <p14:nvPr/>
              </p14:nvContentPartPr>
              <p14:xfrm>
                <a:off x="13119548" y="3049804"/>
                <a:ext cx="199080" cy="234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35FD4C-B2B2-71D3-E3DC-02744938C58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101548" y="3031776"/>
                  <a:ext cx="234720" cy="270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09A3AA5-FF21-4DDE-F3EB-2BC3EE971BC0}"/>
                    </a:ext>
                  </a:extLst>
                </p14:cNvPr>
                <p14:cNvContentPartPr/>
                <p14:nvPr/>
              </p14:nvContentPartPr>
              <p14:xfrm>
                <a:off x="13151588" y="3176884"/>
                <a:ext cx="142200" cy="1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09A3AA5-FF21-4DDE-F3EB-2BC3EE971BC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3133588" y="3158884"/>
                  <a:ext cx="177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F0CC00F-7FDE-CE24-77B3-DF5BC4116BCB}"/>
                    </a:ext>
                  </a:extLst>
                </p14:cNvPr>
                <p14:cNvContentPartPr/>
                <p14:nvPr/>
              </p14:nvContentPartPr>
              <p14:xfrm>
                <a:off x="13108748" y="3342124"/>
                <a:ext cx="205560" cy="12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F0CC00F-7FDE-CE24-77B3-DF5BC4116BC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3090748" y="3324638"/>
                  <a:ext cx="241200" cy="468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B70AB7F-019B-A7E2-817D-C896F363FB2E}"/>
                    </a:ext>
                  </a:extLst>
                </p14:cNvPr>
                <p14:cNvContentPartPr/>
                <p14:nvPr/>
              </p14:nvContentPartPr>
              <p14:xfrm>
                <a:off x="12199028" y="3688804"/>
                <a:ext cx="231840" cy="275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B70AB7F-019B-A7E2-817D-C896F363FB2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181028" y="3670827"/>
                  <a:ext cx="267480" cy="310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CCE64F6-1045-8AE4-2E44-C0ADBE70166E}"/>
                    </a:ext>
                  </a:extLst>
                </p14:cNvPr>
                <p14:cNvContentPartPr/>
                <p14:nvPr/>
              </p14:nvContentPartPr>
              <p14:xfrm>
                <a:off x="12511148" y="3744604"/>
                <a:ext cx="192600" cy="200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CCE64F6-1045-8AE4-2E44-C0ADBE7016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493148" y="3726604"/>
                  <a:ext cx="22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06DC33F-CDBC-224B-7854-371DE9E6D07B}"/>
                    </a:ext>
                  </a:extLst>
                </p14:cNvPr>
                <p14:cNvContentPartPr/>
                <p14:nvPr/>
              </p14:nvContentPartPr>
              <p14:xfrm>
                <a:off x="12530228" y="3850444"/>
                <a:ext cx="142920" cy="11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06DC33F-CDBC-224B-7854-371DE9E6D07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2512273" y="3832444"/>
                  <a:ext cx="17847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1AA96D-B6B3-3F85-E74C-A252215082C9}"/>
                    </a:ext>
                  </a:extLst>
                </p14:cNvPr>
                <p14:cNvContentPartPr/>
                <p14:nvPr/>
              </p14:nvContentPartPr>
              <p14:xfrm>
                <a:off x="12492788" y="3943684"/>
                <a:ext cx="245160" cy="61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1AA96D-B6B3-3F85-E74C-A252215082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2474788" y="3925684"/>
                  <a:ext cx="280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A44158-06AF-0DFB-38CB-58FC26787612}"/>
                    </a:ext>
                  </a:extLst>
                </p14:cNvPr>
                <p14:cNvContentPartPr/>
                <p14:nvPr/>
              </p14:nvContentPartPr>
              <p14:xfrm>
                <a:off x="12821828" y="3694924"/>
                <a:ext cx="161640" cy="249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A44158-06AF-0DFB-38CB-58FC2678761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2803828" y="3676924"/>
                  <a:ext cx="197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6979482-D446-3B65-5352-32345A457378}"/>
                    </a:ext>
                  </a:extLst>
                </p14:cNvPr>
                <p14:cNvContentPartPr/>
                <p14:nvPr/>
              </p14:nvContentPartPr>
              <p14:xfrm>
                <a:off x="13059788" y="3715804"/>
                <a:ext cx="176400" cy="220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6979482-D446-3B65-5352-32345A45737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3041788" y="3697833"/>
                  <a:ext cx="212040" cy="2559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295C4AE-F467-9610-C47D-4CD4717CC293}"/>
                    </a:ext>
                  </a:extLst>
                </p14:cNvPr>
                <p14:cNvContentPartPr/>
                <p14:nvPr/>
              </p14:nvContentPartPr>
              <p14:xfrm>
                <a:off x="13064468" y="3850804"/>
                <a:ext cx="14544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295C4AE-F467-9610-C47D-4CD4717CC29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3046468" y="3832804"/>
                  <a:ext cx="181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9431206-7E49-C06B-DF69-8E342F3C3E69}"/>
                    </a:ext>
                  </a:extLst>
                </p14:cNvPr>
                <p14:cNvContentPartPr/>
                <p14:nvPr/>
              </p14:nvContentPartPr>
              <p14:xfrm>
                <a:off x="13028108" y="3964924"/>
                <a:ext cx="190440" cy="2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9431206-7E49-C06B-DF69-8E342F3C3E6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3010108" y="3946924"/>
                  <a:ext cx="226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E081546-E43C-96BE-A612-9228633EE884}"/>
                    </a:ext>
                  </a:extLst>
                </p14:cNvPr>
                <p14:cNvContentPartPr/>
                <p14:nvPr/>
              </p14:nvContentPartPr>
              <p14:xfrm>
                <a:off x="13295588" y="3788164"/>
                <a:ext cx="200880" cy="229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E081546-E43C-96BE-A612-9228633EE88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3277620" y="3770164"/>
                  <a:ext cx="236456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7DC4AD-288D-8CD9-889A-F561B193F6DA}"/>
                    </a:ext>
                  </a:extLst>
                </p14:cNvPr>
                <p14:cNvContentPartPr/>
                <p14:nvPr/>
              </p14:nvContentPartPr>
              <p14:xfrm>
                <a:off x="13581428" y="3731284"/>
                <a:ext cx="260640" cy="28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7DC4AD-288D-8CD9-889A-F561B193F6D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3563428" y="3713284"/>
                  <a:ext cx="29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428193E-3DC4-6E6E-DC95-B36221D509E3}"/>
                    </a:ext>
                  </a:extLst>
                </p14:cNvPr>
                <p14:cNvContentPartPr/>
                <p14:nvPr/>
              </p14:nvContentPartPr>
              <p14:xfrm>
                <a:off x="13912988" y="3711484"/>
                <a:ext cx="259560" cy="323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428193E-3DC4-6E6E-DC95-B36221D509E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895013" y="3693484"/>
                  <a:ext cx="295151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930DDE-019D-784E-6FD8-1FC4BB8AEBF0}"/>
                    </a:ext>
                  </a:extLst>
                </p14:cNvPr>
                <p14:cNvContentPartPr/>
                <p14:nvPr/>
              </p14:nvContentPartPr>
              <p14:xfrm>
                <a:off x="14186228" y="3642004"/>
                <a:ext cx="294480" cy="37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930DDE-019D-784E-6FD8-1FC4BB8AEBF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4168228" y="3624004"/>
                  <a:ext cx="3301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CA99B98-0133-01D9-D485-1DF5D68FF123}"/>
                    </a:ext>
                  </a:extLst>
                </p14:cNvPr>
                <p14:cNvContentPartPr/>
                <p14:nvPr/>
              </p14:nvContentPartPr>
              <p14:xfrm>
                <a:off x="14560628" y="3664324"/>
                <a:ext cx="191160" cy="259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CA99B98-0133-01D9-D485-1DF5D68FF12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4542628" y="3646324"/>
                  <a:ext cx="226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CE00F45-60D9-004B-0207-AFE49EFC17EE}"/>
                    </a:ext>
                  </a:extLst>
                </p14:cNvPr>
                <p14:cNvContentPartPr/>
                <p14:nvPr/>
              </p14:nvContentPartPr>
              <p14:xfrm>
                <a:off x="14533628" y="3773404"/>
                <a:ext cx="137880" cy="1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CE00F45-60D9-004B-0207-AFE49EFC17E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515628" y="3755404"/>
                  <a:ext cx="173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07C184A-1446-ADC8-953A-F0AF0D9DEB5C}"/>
                    </a:ext>
                  </a:extLst>
                </p14:cNvPr>
                <p14:cNvContentPartPr/>
                <p14:nvPr/>
              </p14:nvContentPartPr>
              <p14:xfrm>
                <a:off x="14472068" y="3952684"/>
                <a:ext cx="278280" cy="60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07C184A-1446-ADC8-953A-F0AF0D9DEB5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4454068" y="3934684"/>
                  <a:ext cx="313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12A33D5-646E-5C37-91BD-349F070C548E}"/>
                    </a:ext>
                  </a:extLst>
                </p14:cNvPr>
                <p14:cNvContentPartPr/>
                <p14:nvPr/>
              </p14:nvContentPartPr>
              <p14:xfrm>
                <a:off x="14871668" y="3647764"/>
                <a:ext cx="295560" cy="333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12A33D5-646E-5C37-91BD-349F070C54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853668" y="3629764"/>
                  <a:ext cx="331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F561B1A-F589-FBE4-D2AC-7488B642D4B2}"/>
                    </a:ext>
                  </a:extLst>
                </p14:cNvPr>
                <p14:cNvContentPartPr/>
                <p14:nvPr/>
              </p14:nvContentPartPr>
              <p14:xfrm>
                <a:off x="15332828" y="3689524"/>
                <a:ext cx="56880" cy="234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F561B1A-F589-FBE4-D2AC-7488B642D4B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5314828" y="3671524"/>
                  <a:ext cx="92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08D4E9-0E7A-F823-4649-27F6DC949E0C}"/>
                    </a:ext>
                  </a:extLst>
                </p14:cNvPr>
                <p14:cNvContentPartPr/>
                <p14:nvPr/>
              </p14:nvContentPartPr>
              <p14:xfrm>
                <a:off x="15269828" y="3656044"/>
                <a:ext cx="234000" cy="63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08D4E9-0E7A-F823-4649-27F6DC949E0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251828" y="3638044"/>
                  <a:ext cx="26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BC4B55-E805-365C-2BED-C0E761ED8E3A}"/>
                    </a:ext>
                  </a:extLst>
                </p14:cNvPr>
                <p14:cNvContentPartPr/>
                <p14:nvPr/>
              </p14:nvContentPartPr>
              <p14:xfrm>
                <a:off x="12105068" y="3501964"/>
                <a:ext cx="993240" cy="49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BC4B55-E805-365C-2BED-C0E761ED8E3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2087075" y="3483832"/>
                  <a:ext cx="1028867" cy="85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488CC07-860B-AA04-CEF7-876BD2EC4B6A}"/>
                    </a:ext>
                  </a:extLst>
                </p14:cNvPr>
                <p14:cNvContentPartPr/>
                <p14:nvPr/>
              </p14:nvContentPartPr>
              <p14:xfrm>
                <a:off x="12223868" y="4041964"/>
                <a:ext cx="3243960" cy="179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488CC07-860B-AA04-CEF7-876BD2EC4B6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2205868" y="4023964"/>
                  <a:ext cx="3279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7AAD0F8-7293-5235-6D86-ACDF8A356626}"/>
                    </a:ext>
                  </a:extLst>
                </p14:cNvPr>
                <p14:cNvContentPartPr/>
                <p14:nvPr/>
              </p14:nvContentPartPr>
              <p14:xfrm>
                <a:off x="12224228" y="4492684"/>
                <a:ext cx="277200" cy="369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7AAD0F8-7293-5235-6D86-ACDF8A35662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2215228" y="4483684"/>
                  <a:ext cx="294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65020C-AD56-B8DC-E032-48E420DD15F4}"/>
                    </a:ext>
                  </a:extLst>
                </p14:cNvPr>
                <p14:cNvContentPartPr/>
                <p14:nvPr/>
              </p14:nvContentPartPr>
              <p14:xfrm>
                <a:off x="12566228" y="4549564"/>
                <a:ext cx="186480" cy="315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65020C-AD56-B8DC-E032-48E420DD15F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2557211" y="4540564"/>
                  <a:ext cx="204154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8C47413-D295-B5DB-5171-5038EE231100}"/>
                    </a:ext>
                  </a:extLst>
                </p14:cNvPr>
                <p14:cNvContentPartPr/>
                <p14:nvPr/>
              </p14:nvContentPartPr>
              <p14:xfrm>
                <a:off x="12626348" y="4713004"/>
                <a:ext cx="124920" cy="31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8C47413-D295-B5DB-5171-5038EE23110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2617348" y="4704004"/>
                  <a:ext cx="142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E11D6AF-ADAD-AEBF-1838-109CC8CE75CB}"/>
                    </a:ext>
                  </a:extLst>
                </p14:cNvPr>
                <p14:cNvContentPartPr/>
                <p14:nvPr/>
              </p14:nvContentPartPr>
              <p14:xfrm>
                <a:off x="12817868" y="4501684"/>
                <a:ext cx="250200" cy="357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E11D6AF-ADAD-AEBF-1838-109CC8CE75C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2808855" y="4492684"/>
                  <a:ext cx="267865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F8AD1E4-CF46-50B5-D6B2-1E376891A885}"/>
                    </a:ext>
                  </a:extLst>
                </p14:cNvPr>
                <p14:cNvContentPartPr/>
                <p14:nvPr/>
              </p14:nvContentPartPr>
              <p14:xfrm>
                <a:off x="13147628" y="4518964"/>
                <a:ext cx="198000" cy="245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F8AD1E4-CF46-50B5-D6B2-1E376891A88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138628" y="4509964"/>
                  <a:ext cx="215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33680F6-5D6A-5C29-F1DD-A02CC525A280}"/>
                    </a:ext>
                  </a:extLst>
                </p14:cNvPr>
                <p14:cNvContentPartPr/>
                <p14:nvPr/>
              </p14:nvContentPartPr>
              <p14:xfrm>
                <a:off x="13152308" y="4653604"/>
                <a:ext cx="135000" cy="12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33680F6-5D6A-5C29-F1DD-A02CC525A28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143308" y="4644604"/>
                  <a:ext cx="152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A791896-6DFC-5CBC-061B-E38BE863A017}"/>
                    </a:ext>
                  </a:extLst>
                </p14:cNvPr>
                <p14:cNvContentPartPr/>
                <p14:nvPr/>
              </p14:nvContentPartPr>
              <p14:xfrm>
                <a:off x="13137908" y="4797244"/>
                <a:ext cx="209880" cy="25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A791896-6DFC-5CBC-061B-E38BE863A01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3128908" y="4788244"/>
                  <a:ext cx="227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78EE825-807B-BE80-5359-20D16C40CABA}"/>
                    </a:ext>
                  </a:extLst>
                </p14:cNvPr>
                <p14:cNvContentPartPr/>
                <p14:nvPr/>
              </p14:nvContentPartPr>
              <p14:xfrm>
                <a:off x="12041708" y="4987902"/>
                <a:ext cx="222480" cy="328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78EE825-807B-BE80-5359-20D16C40CAB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032708" y="4978902"/>
                  <a:ext cx="240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C419143-AC89-6CD3-A582-C31280AF0DC7}"/>
                    </a:ext>
                  </a:extLst>
                </p14:cNvPr>
                <p14:cNvContentPartPr/>
                <p14:nvPr/>
              </p14:nvContentPartPr>
              <p14:xfrm>
                <a:off x="12335108" y="4999062"/>
                <a:ext cx="221400" cy="38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C419143-AC89-6CD3-A582-C31280AF0DC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326108" y="4990062"/>
                  <a:ext cx="2390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EC0AD9C-9CAF-5A57-729E-61EE9909E026}"/>
                    </a:ext>
                  </a:extLst>
                </p14:cNvPr>
                <p14:cNvContentPartPr/>
                <p14:nvPr/>
              </p14:nvContentPartPr>
              <p14:xfrm>
                <a:off x="12636068" y="5036142"/>
                <a:ext cx="203760" cy="253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EC0AD9C-9CAF-5A57-729E-61EE9909E02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2627068" y="5027142"/>
                  <a:ext cx="2214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3E28AB8-62E9-2C3D-E898-EC5F239E7198}"/>
                    </a:ext>
                  </a:extLst>
                </p14:cNvPr>
                <p14:cNvContentPartPr/>
                <p14:nvPr/>
              </p14:nvContentPartPr>
              <p14:xfrm>
                <a:off x="12642188" y="5194542"/>
                <a:ext cx="154080" cy="31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3E28AB8-62E9-2C3D-E898-EC5F239E719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2633188" y="5185437"/>
                  <a:ext cx="171720" cy="49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D77926B-5A47-5BC7-FDE2-13DD8A299F0A}"/>
                    </a:ext>
                  </a:extLst>
                </p14:cNvPr>
                <p14:cNvContentPartPr/>
                <p14:nvPr/>
              </p14:nvContentPartPr>
              <p14:xfrm>
                <a:off x="12636788" y="5287782"/>
                <a:ext cx="173160" cy="4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D77926B-5A47-5BC7-FDE2-13DD8A299F0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627788" y="5278782"/>
                  <a:ext cx="190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9855189-37C3-E021-16A6-C8B3F2AEE17F}"/>
                    </a:ext>
                  </a:extLst>
                </p14:cNvPr>
                <p14:cNvContentPartPr/>
                <p14:nvPr/>
              </p14:nvContentPartPr>
              <p14:xfrm>
                <a:off x="12879788" y="5065662"/>
                <a:ext cx="243360" cy="268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9855189-37C3-E021-16A6-C8B3F2AEE17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2870788" y="5056662"/>
                  <a:ext cx="261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6A843F9-9DBE-DB4E-5958-E3FC1DC439C9}"/>
                    </a:ext>
                  </a:extLst>
                </p14:cNvPr>
                <p14:cNvContentPartPr/>
                <p14:nvPr/>
              </p14:nvContentPartPr>
              <p14:xfrm>
                <a:off x="13131788" y="5036142"/>
                <a:ext cx="191880" cy="289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6A843F9-9DBE-DB4E-5958-E3FC1DC439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3122788" y="5027142"/>
                  <a:ext cx="2095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13260E5-F8E8-4044-F28F-8B8DD1F1BF02}"/>
                    </a:ext>
                  </a:extLst>
                </p14:cNvPr>
                <p14:cNvContentPartPr/>
                <p14:nvPr/>
              </p14:nvContentPartPr>
              <p14:xfrm>
                <a:off x="11742762" y="2711990"/>
                <a:ext cx="104760" cy="295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13260E5-F8E8-4044-F28F-8B8DD1F1BF0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724762" y="2693990"/>
                  <a:ext cx="140400" cy="29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7F0B63C-547A-928A-3CB6-36D796BE93EB}"/>
                    </a:ext>
                  </a:extLst>
                </p14:cNvPr>
                <p14:cNvContentPartPr/>
                <p14:nvPr/>
              </p14:nvContentPartPr>
              <p14:xfrm>
                <a:off x="11789562" y="5563910"/>
                <a:ext cx="4201560" cy="85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7F0B63C-547A-928A-3CB6-36D796BE93EB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771564" y="5545910"/>
                  <a:ext cx="4237197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706AF2D-3104-91FE-2D2F-4CF6081FFE64}"/>
                    </a:ext>
                  </a:extLst>
                </p14:cNvPr>
                <p14:cNvContentPartPr/>
                <p14:nvPr/>
              </p14:nvContentPartPr>
              <p14:xfrm>
                <a:off x="12103122" y="2566910"/>
                <a:ext cx="3960360" cy="275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706AF2D-3104-91FE-2D2F-4CF6081FFE6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2085122" y="2548910"/>
                  <a:ext cx="3996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B933ABC-45EA-5A49-DB8C-D3F35B92A9A9}"/>
                    </a:ext>
                  </a:extLst>
                </p14:cNvPr>
                <p14:cNvContentPartPr/>
                <p14:nvPr/>
              </p14:nvContentPartPr>
              <p14:xfrm>
                <a:off x="15947562" y="2768510"/>
                <a:ext cx="158760" cy="2938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B933ABC-45EA-5A49-DB8C-D3F35B92A9A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5929562" y="2750510"/>
                  <a:ext cx="194400" cy="29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17AE33F-B626-BA4B-B31C-F43685F5A48A}"/>
                    </a:ext>
                  </a:extLst>
                </p14:cNvPr>
                <p14:cNvContentPartPr/>
                <p14:nvPr/>
              </p14:nvContentPartPr>
              <p14:xfrm>
                <a:off x="8365602" y="3987110"/>
                <a:ext cx="3268440" cy="594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17AE33F-B626-BA4B-B31C-F43685F5A48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47602" y="3969110"/>
                  <a:ext cx="33040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FF9FF43-1A1D-03E0-310D-764A659BADC1}"/>
                    </a:ext>
                  </a:extLst>
                </p14:cNvPr>
                <p14:cNvContentPartPr/>
                <p14:nvPr/>
              </p14:nvContentPartPr>
              <p14:xfrm>
                <a:off x="11303922" y="4406150"/>
                <a:ext cx="482040" cy="412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FF9FF43-1A1D-03E0-310D-764A659BADC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285922" y="4388166"/>
                  <a:ext cx="517680" cy="4485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A6D2BF-5760-D20D-0B76-41BE681E57D9}"/>
                    </a:ext>
                  </a:extLst>
                </p14:cNvPr>
                <p14:cNvContentPartPr/>
                <p14:nvPr/>
              </p14:nvContentPartPr>
              <p14:xfrm>
                <a:off x="11256042" y="4481390"/>
                <a:ext cx="159840" cy="295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A6D2BF-5760-D20D-0B76-41BE681E57D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238042" y="4463390"/>
                  <a:ext cx="195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7A0661A-B8C2-3B00-D894-57F9AA150126}"/>
                    </a:ext>
                  </a:extLst>
                </p14:cNvPr>
                <p14:cNvContentPartPr/>
                <p14:nvPr/>
              </p14:nvContentPartPr>
              <p14:xfrm>
                <a:off x="4785042" y="5113550"/>
                <a:ext cx="5923080" cy="272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7A0661A-B8C2-3B00-D894-57F9AA150126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67042" y="5095550"/>
                  <a:ext cx="5958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40CCF90-270E-047C-071C-052E3158BF77}"/>
                    </a:ext>
                  </a:extLst>
                </p14:cNvPr>
                <p14:cNvContentPartPr/>
                <p14:nvPr/>
              </p14:nvContentPartPr>
              <p14:xfrm>
                <a:off x="10426602" y="5211110"/>
                <a:ext cx="690840" cy="394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40CCF90-270E-047C-071C-052E3158BF7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408602" y="5193110"/>
                  <a:ext cx="7264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5730447-4178-C313-9DCD-687F7CACAA87}"/>
                    </a:ext>
                  </a:extLst>
                </p14:cNvPr>
                <p14:cNvContentPartPr/>
                <p14:nvPr/>
              </p14:nvContentPartPr>
              <p14:xfrm>
                <a:off x="10475922" y="5186630"/>
                <a:ext cx="287640" cy="373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5730447-4178-C313-9DCD-687F7CACAA8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457944" y="5168630"/>
                  <a:ext cx="323235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98A9215-0A0A-824C-EB5E-F83D9DEB4ABD}"/>
                    </a:ext>
                  </a:extLst>
                </p14:cNvPr>
                <p14:cNvContentPartPr/>
                <p14:nvPr/>
              </p14:nvContentPartPr>
              <p14:xfrm>
                <a:off x="7186962" y="5826710"/>
                <a:ext cx="4202280" cy="327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98A9215-0A0A-824C-EB5E-F83D9DEB4AB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68962" y="5808690"/>
                  <a:ext cx="4237920" cy="3629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5A1230C-96FA-001D-DB49-7ED6CDEE6AC3}"/>
                    </a:ext>
                  </a:extLst>
                </p14:cNvPr>
                <p14:cNvContentPartPr/>
                <p14:nvPr/>
              </p14:nvContentPartPr>
              <p14:xfrm>
                <a:off x="11094762" y="5760470"/>
                <a:ext cx="458280" cy="323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5A1230C-96FA-001D-DB49-7ED6CDEE6AC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076762" y="5742470"/>
                  <a:ext cx="493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465A888-2304-97D3-EF9B-88645F9D67B8}"/>
                    </a:ext>
                  </a:extLst>
                </p14:cNvPr>
                <p14:cNvContentPartPr/>
                <p14:nvPr/>
              </p14:nvContentPartPr>
              <p14:xfrm>
                <a:off x="11059842" y="5828510"/>
                <a:ext cx="71640" cy="209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465A888-2304-97D3-EF9B-88645F9D67B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041842" y="5810510"/>
                  <a:ext cx="107280" cy="245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C6AC892-1F76-9F80-8729-CEE6D8EF2D0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50399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>
          <a:extLst>
            <a:ext uri="{FF2B5EF4-FFF2-40B4-BE49-F238E27FC236}">
              <a16:creationId xmlns:a16="http://schemas.microsoft.com/office/drawing/2014/main" id="{1A4E2542-0772-739B-DCE2-29C07EDB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4D0E55E-D314-C7E7-7F6C-E8BA257D53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8625129" y="10146930"/>
            <a:ext cx="1179437" cy="677108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400" b="1" smtClean="0">
                <a:solidFill>
                  <a:sysClr val="windowText" lastClr="000000"/>
                </a:solidFill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sz="44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Google Shape;235;g388d7c8248e_0_598">
            <a:extLst>
              <a:ext uri="{FF2B5EF4-FFF2-40B4-BE49-F238E27FC236}">
                <a16:creationId xmlns:a16="http://schemas.microsoft.com/office/drawing/2014/main" id="{CBBB6D49-47EA-B9C2-D0ED-D7127F9AC6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350" y="186658"/>
            <a:ext cx="18370800" cy="16927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6600" dirty="0"/>
              <a:t>Text </a:t>
            </a:r>
            <a:r>
              <a:rPr lang="it-IT" sz="6600" dirty="0" err="1"/>
              <a:t>Modelling</a:t>
            </a:r>
            <a:br>
              <a:rPr lang="it-IT" sz="6600" dirty="0"/>
            </a:br>
            <a:r>
              <a:rPr lang="it-IT" sz="4400" dirty="0" err="1">
                <a:solidFill>
                  <a:srgbClr val="333333"/>
                </a:solidFill>
              </a:rPr>
              <a:t>Exercise</a:t>
            </a:r>
            <a:r>
              <a:rPr lang="it-IT" sz="4400" dirty="0">
                <a:solidFill>
                  <a:srgbClr val="333333"/>
                </a:solidFill>
              </a:rPr>
              <a:t> #2</a:t>
            </a:r>
            <a:endParaRPr sz="6600" dirty="0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AB4DEC-3838-1B68-C1DA-6D7F5FE486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r="15081" b="57472"/>
          <a:stretch>
            <a:fillRect/>
          </a:stretch>
        </p:blipFill>
        <p:spPr>
          <a:xfrm>
            <a:off x="16455880" y="1"/>
            <a:ext cx="3648220" cy="101469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AAC852-EAEC-1892-925B-2240B5B550E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74726" t="45366" r="15074" b="52600"/>
          <a:stretch>
            <a:fillRect/>
          </a:stretch>
        </p:blipFill>
        <p:spPr>
          <a:xfrm>
            <a:off x="16453551" y="10824039"/>
            <a:ext cx="3650549" cy="485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1FE769-BEFB-8294-098A-92AC52451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50" y="2186722"/>
            <a:ext cx="10426760" cy="7748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F0652C2-7216-E167-0FF5-8E8096097DC1}"/>
                  </a:ext>
                </a:extLst>
              </p14:cNvPr>
              <p14:cNvContentPartPr/>
              <p14:nvPr/>
            </p14:nvContentPartPr>
            <p14:xfrm>
              <a:off x="2861111" y="2700497"/>
              <a:ext cx="673200" cy="65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F0652C2-7216-E167-0FF5-8E8096097D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7111" y="2592497"/>
                <a:ext cx="78084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CF41DE3-C8DA-6078-EF4B-2CCDCCB6B1B8}"/>
                  </a:ext>
                </a:extLst>
              </p14:cNvPr>
              <p14:cNvContentPartPr/>
              <p14:nvPr/>
            </p14:nvContentPartPr>
            <p14:xfrm>
              <a:off x="3081431" y="3907937"/>
              <a:ext cx="540000" cy="3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CF41DE3-C8DA-6078-EF4B-2CCDCCB6B1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7431" y="3798737"/>
                <a:ext cx="647640" cy="250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E47FB95-F892-4AC3-E9BA-EFD9D9D0D901}"/>
                  </a:ext>
                </a:extLst>
              </p14:cNvPr>
              <p14:cNvContentPartPr/>
              <p14:nvPr/>
            </p14:nvContentPartPr>
            <p14:xfrm>
              <a:off x="7595471" y="3610937"/>
              <a:ext cx="658800" cy="47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E47FB95-F892-4AC3-E9BA-EFD9D9D0D9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41471" y="3502119"/>
                <a:ext cx="766440" cy="265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886C2B2-A558-0364-385F-61D5470571BC}"/>
                  </a:ext>
                </a:extLst>
              </p14:cNvPr>
              <p14:cNvContentPartPr/>
              <p14:nvPr/>
            </p14:nvContentPartPr>
            <p14:xfrm>
              <a:off x="3835271" y="5009177"/>
              <a:ext cx="442080" cy="42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886C2B2-A558-0364-385F-61D5470571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81227" y="4901177"/>
                <a:ext cx="549808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FA5E7B0-D75D-9753-3B23-EFC952D29A6B}"/>
                  </a:ext>
                </a:extLst>
              </p14:cNvPr>
              <p14:cNvContentPartPr/>
              <p14:nvPr/>
            </p14:nvContentPartPr>
            <p14:xfrm>
              <a:off x="8296391" y="6394457"/>
              <a:ext cx="1238400" cy="48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FA5E7B0-D75D-9753-3B23-EFC952D29A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42375" y="6286457"/>
                <a:ext cx="1346071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AD7763-BBEB-B3B9-2F6C-DFEFDEC27CAA}"/>
                  </a:ext>
                </a:extLst>
              </p14:cNvPr>
              <p14:cNvContentPartPr/>
              <p14:nvPr/>
            </p14:nvContentPartPr>
            <p14:xfrm>
              <a:off x="1489511" y="9142337"/>
              <a:ext cx="341280" cy="169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AD7763-BBEB-B3B9-2F6C-DFEFDEC27C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35568" y="9031989"/>
                <a:ext cx="448807" cy="237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F03A9C7-1D70-E1B2-60D6-55122707242E}"/>
                  </a:ext>
                </a:extLst>
              </p14:cNvPr>
              <p14:cNvContentPartPr/>
              <p14:nvPr/>
            </p14:nvContentPartPr>
            <p14:xfrm>
              <a:off x="6259511" y="7942817"/>
              <a:ext cx="523800" cy="85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F03A9C7-1D70-E1B2-60D6-55122707242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205511" y="7834817"/>
                <a:ext cx="6314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D1B1CC-43A3-8F5B-0CFF-308A1A1FF497}"/>
                  </a:ext>
                </a:extLst>
              </p14:cNvPr>
              <p14:cNvContentPartPr/>
              <p14:nvPr/>
            </p14:nvContentPartPr>
            <p14:xfrm>
              <a:off x="5552831" y="9779177"/>
              <a:ext cx="835920" cy="44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D1B1CC-43A3-8F5B-0CFF-308A1A1FF49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98831" y="9671177"/>
                <a:ext cx="9435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5FA3AC3-C812-135E-8434-2A9C1AADA63C}"/>
                  </a:ext>
                </a:extLst>
              </p14:cNvPr>
              <p14:cNvContentPartPr/>
              <p14:nvPr/>
            </p14:nvContentPartPr>
            <p14:xfrm>
              <a:off x="6396311" y="5927897"/>
              <a:ext cx="585000" cy="345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5FA3AC3-C812-135E-8434-2A9C1AADA63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42311" y="5819897"/>
                <a:ext cx="69264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B0F0B7-C46F-5AAF-6E92-7ED973A638A5}"/>
                  </a:ext>
                </a:extLst>
              </p14:cNvPr>
              <p14:cNvContentPartPr/>
              <p14:nvPr/>
            </p14:nvContentPartPr>
            <p14:xfrm>
              <a:off x="5597471" y="7243337"/>
              <a:ext cx="1071000" cy="62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FB0F0B7-C46F-5AAF-6E92-7ED973A638A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543453" y="7134713"/>
                <a:ext cx="1178676" cy="279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578A12A7-CBC3-5A39-0D12-5314D0845BAF}"/>
                  </a:ext>
                </a:extLst>
              </p14:cNvPr>
              <p14:cNvContentPartPr/>
              <p14:nvPr/>
            </p14:nvContentPartPr>
            <p14:xfrm>
              <a:off x="12275922" y="289376"/>
              <a:ext cx="30240" cy="429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578A12A7-CBC3-5A39-0D12-5314D0845BA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258134" y="271361"/>
                <a:ext cx="65461" cy="46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0D37A947-5673-BE73-1F46-63C15644D8C8}"/>
                  </a:ext>
                </a:extLst>
              </p14:cNvPr>
              <p14:cNvContentPartPr/>
              <p14:nvPr/>
            </p14:nvContentPartPr>
            <p14:xfrm>
              <a:off x="12255762" y="283256"/>
              <a:ext cx="254160" cy="370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0D37A947-5673-BE73-1F46-63C15644D8C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237762" y="265256"/>
                <a:ext cx="2898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A8C7E6E-675B-F57A-95C3-190B7B01779A}"/>
                  </a:ext>
                </a:extLst>
              </p14:cNvPr>
              <p14:cNvContentPartPr/>
              <p14:nvPr/>
            </p14:nvContentPartPr>
            <p14:xfrm>
              <a:off x="12261882" y="539216"/>
              <a:ext cx="196920" cy="151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A8C7E6E-675B-F57A-95C3-190B7B01779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243849" y="521216"/>
                <a:ext cx="232625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58D334C-99AF-5E76-2B08-C84F52A6974E}"/>
                  </a:ext>
                </a:extLst>
              </p14:cNvPr>
              <p14:cNvContentPartPr/>
              <p14:nvPr/>
            </p14:nvContentPartPr>
            <p14:xfrm>
              <a:off x="12600282" y="367136"/>
              <a:ext cx="217080" cy="322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58D334C-99AF-5E76-2B08-C84F52A6974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2582282" y="349136"/>
                <a:ext cx="2527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E7D684C3-169D-5D32-0A15-C2EB4B92B014}"/>
                  </a:ext>
                </a:extLst>
              </p14:cNvPr>
              <p14:cNvContentPartPr/>
              <p14:nvPr/>
            </p14:nvContentPartPr>
            <p14:xfrm>
              <a:off x="12856602" y="388736"/>
              <a:ext cx="303480" cy="3470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E7D684C3-169D-5D32-0A15-C2EB4B92B01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838581" y="370736"/>
                <a:ext cx="339162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08307D2-33AD-CF9D-5F91-2BD0B146A9BC}"/>
                  </a:ext>
                </a:extLst>
              </p14:cNvPr>
              <p14:cNvContentPartPr/>
              <p14:nvPr/>
            </p14:nvContentPartPr>
            <p14:xfrm>
              <a:off x="13233882" y="359576"/>
              <a:ext cx="299520" cy="3484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08307D2-33AD-CF9D-5F91-2BD0B146A9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3215882" y="341576"/>
                <a:ext cx="3351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D10C3DE-23E7-2B2A-6003-A0FA06B223A0}"/>
                  </a:ext>
                </a:extLst>
              </p14:cNvPr>
              <p14:cNvContentPartPr/>
              <p14:nvPr/>
            </p14:nvContentPartPr>
            <p14:xfrm>
              <a:off x="13716642" y="361376"/>
              <a:ext cx="244080" cy="3783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D10C3DE-23E7-2B2A-6003-A0FA06B223A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698642" y="343376"/>
                <a:ext cx="27972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ED694104-54E8-ED78-D679-8D376330001D}"/>
                  </a:ext>
                </a:extLst>
              </p14:cNvPr>
              <p14:cNvContentPartPr/>
              <p14:nvPr/>
            </p14:nvContentPartPr>
            <p14:xfrm>
              <a:off x="14335482" y="408176"/>
              <a:ext cx="173880" cy="278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ED694104-54E8-ED78-D679-8D376330001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317482" y="390176"/>
                <a:ext cx="2095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3284BE1-0BA4-9085-24D7-150676EB7DA8}"/>
                  </a:ext>
                </a:extLst>
              </p14:cNvPr>
              <p14:cNvContentPartPr/>
              <p14:nvPr/>
            </p14:nvContentPartPr>
            <p14:xfrm>
              <a:off x="14566242" y="400256"/>
              <a:ext cx="259560" cy="3312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3284BE1-0BA4-9085-24D7-150676EB7DA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548242" y="382276"/>
                <a:ext cx="295200" cy="366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CD1073A8-5AFC-7BEB-98F6-D1C5C6EC3D19}"/>
                  </a:ext>
                </a:extLst>
              </p14:cNvPr>
              <p14:cNvContentPartPr/>
              <p14:nvPr/>
            </p14:nvContentPartPr>
            <p14:xfrm>
              <a:off x="14916882" y="319976"/>
              <a:ext cx="214560" cy="3409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CD1073A8-5AFC-7BEB-98F6-D1C5C6EC3D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4898882" y="301976"/>
                <a:ext cx="25020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5FC5E12-9036-5D68-8D9C-8D27E542FB55}"/>
                  </a:ext>
                </a:extLst>
              </p14:cNvPr>
              <p14:cNvContentPartPr/>
              <p14:nvPr/>
            </p14:nvContentPartPr>
            <p14:xfrm>
              <a:off x="14952162" y="502856"/>
              <a:ext cx="213480" cy="47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5FC5E12-9036-5D68-8D9C-8D27E542FB5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4934132" y="484992"/>
                <a:ext cx="249180" cy="82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152F3F02-3EC6-8D13-9451-2D67F68C924F}"/>
                  </a:ext>
                </a:extLst>
              </p14:cNvPr>
              <p14:cNvContentPartPr/>
              <p14:nvPr/>
            </p14:nvContentPartPr>
            <p14:xfrm>
              <a:off x="14922642" y="715976"/>
              <a:ext cx="219960" cy="590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152F3F02-3EC6-8D13-9451-2D67F68C924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4904642" y="697976"/>
                <a:ext cx="255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DAB3394C-CBFF-B182-3F29-6CEB286D15B0}"/>
                  </a:ext>
                </a:extLst>
              </p14:cNvPr>
              <p14:cNvContentPartPr/>
              <p14:nvPr/>
            </p14:nvContentPartPr>
            <p14:xfrm>
              <a:off x="12045522" y="203696"/>
              <a:ext cx="37080" cy="21340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DAB3394C-CBFF-B182-3F29-6CEB286D15B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027346" y="185696"/>
                <a:ext cx="73069" cy="21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229DA4C-C266-61D7-A91B-E899574E26F6}"/>
                  </a:ext>
                </a:extLst>
              </p14:cNvPr>
              <p14:cNvContentPartPr/>
              <p14:nvPr/>
            </p14:nvContentPartPr>
            <p14:xfrm>
              <a:off x="12215082" y="166256"/>
              <a:ext cx="3294360" cy="910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229DA4C-C266-61D7-A91B-E899574E26F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2197082" y="148256"/>
                <a:ext cx="33300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F5E1DFD9-BA11-ABC3-CD23-DE1D7E2ADEE8}"/>
                  </a:ext>
                </a:extLst>
              </p14:cNvPr>
              <p14:cNvContentPartPr/>
              <p14:nvPr/>
            </p14:nvContentPartPr>
            <p14:xfrm>
              <a:off x="15456882" y="258056"/>
              <a:ext cx="78480" cy="18511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F5E1DFD9-BA11-ABC3-CD23-DE1D7E2ADEE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438882" y="240052"/>
                <a:ext cx="114120" cy="1886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F2A73BE-0087-BAEE-8BE2-2EE528FCD312}"/>
                  </a:ext>
                </a:extLst>
              </p14:cNvPr>
              <p14:cNvContentPartPr/>
              <p14:nvPr/>
            </p14:nvContentPartPr>
            <p14:xfrm>
              <a:off x="12164682" y="2142656"/>
              <a:ext cx="3351960" cy="990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F2A73BE-0087-BAEE-8BE2-2EE528FCD312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2146682" y="2124721"/>
                <a:ext cx="3387600" cy="134511"/>
              </a:xfrm>
              <a:prstGeom prst="rect">
                <a:avLst/>
              </a:prstGeom>
            </p:spPr>
          </p:pic>
        </mc:Fallback>
      </mc:AlternateContent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7AF8B69-1EB6-ADCC-4DA2-3A34CB606932}"/>
              </a:ext>
            </a:extLst>
          </p:cNvPr>
          <p:cNvGrpSpPr/>
          <p:nvPr/>
        </p:nvGrpSpPr>
        <p:grpSpPr>
          <a:xfrm>
            <a:off x="3605322" y="1095950"/>
            <a:ext cx="10240262" cy="1456560"/>
            <a:chOff x="3605322" y="1095950"/>
            <a:chExt cx="10240262" cy="14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712015-4771-518F-25C3-CE477B52E9ED}"/>
                    </a:ext>
                  </a:extLst>
                </p14:cNvPr>
                <p14:cNvContentPartPr/>
                <p14:nvPr/>
              </p14:nvContentPartPr>
              <p14:xfrm>
                <a:off x="12255464" y="1179999"/>
                <a:ext cx="15120" cy="279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712015-4771-518F-25C3-CE477B52E9E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2246464" y="1170999"/>
                  <a:ext cx="3276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AD9DFE9-8D80-115C-A082-008020E8EE8B}"/>
                    </a:ext>
                  </a:extLst>
                </p14:cNvPr>
                <p14:cNvContentPartPr/>
                <p14:nvPr/>
              </p14:nvContentPartPr>
              <p14:xfrm>
                <a:off x="12255464" y="1312119"/>
                <a:ext cx="152280" cy="81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AD9DFE9-8D80-115C-A082-008020E8EE8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2246485" y="1303119"/>
                  <a:ext cx="169878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0FFF97-5ADC-8E3A-BAA2-E78D4513832E}"/>
                    </a:ext>
                  </a:extLst>
                </p14:cNvPr>
                <p14:cNvContentPartPr/>
                <p14:nvPr/>
              </p14:nvContentPartPr>
              <p14:xfrm>
                <a:off x="12390104" y="1183959"/>
                <a:ext cx="16560" cy="2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0FFF97-5ADC-8E3A-BAA2-E78D4513832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380904" y="1174974"/>
                  <a:ext cx="34592" cy="2404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CDB3B5-FD59-8448-AC11-4399D4DBE9A0}"/>
                    </a:ext>
                  </a:extLst>
                </p14:cNvPr>
                <p14:cNvContentPartPr/>
                <p14:nvPr/>
              </p14:nvContentPartPr>
              <p14:xfrm>
                <a:off x="12498464" y="1213839"/>
                <a:ext cx="26280" cy="181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CDB3B5-FD59-8448-AC11-4399D4DBE9A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2489464" y="1204857"/>
                  <a:ext cx="43920" cy="1986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FF359A7-74DE-8CC0-4DBA-DFA5273B3D34}"/>
                    </a:ext>
                  </a:extLst>
                </p14:cNvPr>
                <p14:cNvContentPartPr/>
                <p14:nvPr/>
              </p14:nvContentPartPr>
              <p14:xfrm>
                <a:off x="12566864" y="1224279"/>
                <a:ext cx="105840" cy="16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FF359A7-74DE-8CC0-4DBA-DFA5273B3D3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557864" y="1215299"/>
                  <a:ext cx="123480" cy="179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33C59A-7271-C99A-97C9-D0FABCBBAC2F}"/>
                    </a:ext>
                  </a:extLst>
                </p14:cNvPr>
                <p14:cNvContentPartPr/>
                <p14:nvPr/>
              </p14:nvContentPartPr>
              <p14:xfrm>
                <a:off x="12763784" y="1215639"/>
                <a:ext cx="114120" cy="187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33C59A-7271-C99A-97C9-D0FABCBBAC2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754784" y="1206639"/>
                  <a:ext cx="131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599CAAE-0515-55A8-BB2E-41473EDFEA7C}"/>
                    </a:ext>
                  </a:extLst>
                </p14:cNvPr>
                <p14:cNvContentPartPr/>
                <p14:nvPr/>
              </p14:nvContentPartPr>
              <p14:xfrm>
                <a:off x="12793664" y="1290519"/>
                <a:ext cx="110160" cy="33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599CAAE-0515-55A8-BB2E-41473EDFEA7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784664" y="1281519"/>
                  <a:ext cx="127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2E9ACC-FF7D-CC19-4F22-FB906BBD3493}"/>
                    </a:ext>
                  </a:extLst>
                </p14:cNvPr>
                <p14:cNvContentPartPr/>
                <p14:nvPr/>
              </p14:nvContentPartPr>
              <p14:xfrm>
                <a:off x="12989144" y="1201959"/>
                <a:ext cx="196200" cy="186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2E9ACC-FF7D-CC19-4F22-FB906BBD349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2980144" y="1192959"/>
                  <a:ext cx="213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DCC332F-FD43-90AA-87E8-CFBC415EF33F}"/>
                    </a:ext>
                  </a:extLst>
                </p14:cNvPr>
                <p14:cNvContentPartPr/>
                <p14:nvPr/>
              </p14:nvContentPartPr>
              <p14:xfrm>
                <a:off x="13238264" y="1234719"/>
                <a:ext cx="25560" cy="149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DCC332F-FD43-90AA-87E8-CFBC415EF33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3229264" y="1225741"/>
                  <a:ext cx="43200" cy="167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307D743-0D3E-E17B-F469-6335D6D1666E}"/>
                    </a:ext>
                  </a:extLst>
                </p14:cNvPr>
                <p14:cNvContentPartPr/>
                <p14:nvPr/>
              </p14:nvContentPartPr>
              <p14:xfrm>
                <a:off x="13348424" y="1180719"/>
                <a:ext cx="134280" cy="182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307D743-0D3E-E17B-F469-6335D6D1666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3339424" y="1171737"/>
                  <a:ext cx="151920" cy="2001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CF8EBE4-C9C4-C0A2-02D6-70F530117173}"/>
                    </a:ext>
                  </a:extLst>
                </p14:cNvPr>
                <p14:cNvContentPartPr/>
                <p14:nvPr/>
              </p14:nvContentPartPr>
              <p14:xfrm>
                <a:off x="13544624" y="1208439"/>
                <a:ext cx="105120" cy="14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CF8EBE4-C9C4-C0A2-02D6-70F53011717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3535624" y="1199439"/>
                  <a:ext cx="12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5B1BDA-040E-73DC-4C8D-06B079C7F86E}"/>
                    </a:ext>
                  </a:extLst>
                </p14:cNvPr>
                <p14:cNvContentPartPr/>
                <p14:nvPr/>
              </p14:nvContentPartPr>
              <p14:xfrm>
                <a:off x="13703024" y="1190799"/>
                <a:ext cx="142560" cy="21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5B1BDA-040E-73DC-4C8D-06B079C7F86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3694024" y="1181814"/>
                  <a:ext cx="160200" cy="234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785583-422C-3A62-20F1-FE05B934E709}"/>
                    </a:ext>
                  </a:extLst>
                </p14:cNvPr>
                <p14:cNvContentPartPr/>
                <p14:nvPr/>
              </p14:nvContentPartPr>
              <p14:xfrm>
                <a:off x="12261944" y="1709919"/>
                <a:ext cx="31680" cy="271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785583-422C-3A62-20F1-FE05B934E70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253045" y="1700919"/>
                  <a:ext cx="49122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91E80C-D95A-8196-53D3-9E2249402C88}"/>
                    </a:ext>
                  </a:extLst>
                </p14:cNvPr>
                <p14:cNvContentPartPr/>
                <p14:nvPr/>
              </p14:nvContentPartPr>
              <p14:xfrm>
                <a:off x="12252584" y="1686879"/>
                <a:ext cx="195840" cy="56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91E80C-D95A-8196-53D3-9E2249402C8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243601" y="1677821"/>
                  <a:ext cx="213448" cy="73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99C137-0B54-4944-6309-E493EB31AE06}"/>
                    </a:ext>
                  </a:extLst>
                </p14:cNvPr>
                <p14:cNvContentPartPr/>
                <p14:nvPr/>
              </p14:nvContentPartPr>
              <p14:xfrm>
                <a:off x="12265184" y="1856439"/>
                <a:ext cx="158040" cy="28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99C137-0B54-4944-6309-E493EB31AE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256184" y="1847439"/>
                  <a:ext cx="1756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8AAB17-B5E7-152D-29AE-9DD03312E295}"/>
                    </a:ext>
                  </a:extLst>
                </p14:cNvPr>
                <p14:cNvContentPartPr/>
                <p14:nvPr/>
              </p14:nvContentPartPr>
              <p14:xfrm>
                <a:off x="12567944" y="1736199"/>
                <a:ext cx="146520" cy="228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8AAB17-B5E7-152D-29AE-9DD03312E29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558944" y="1727199"/>
                  <a:ext cx="16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E4C51C8-6CB0-378C-3AFE-6F4945E74A16}"/>
                    </a:ext>
                  </a:extLst>
                </p14:cNvPr>
                <p14:cNvContentPartPr/>
                <p14:nvPr/>
              </p14:nvContentPartPr>
              <p14:xfrm>
                <a:off x="12826064" y="1731159"/>
                <a:ext cx="229320" cy="230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E4C51C8-6CB0-378C-3AFE-6F4945E74A1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2817064" y="1722159"/>
                  <a:ext cx="2469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D3411EE-2063-5FDB-86CC-35B4ED69D10D}"/>
                    </a:ext>
                  </a:extLst>
                </p14:cNvPr>
                <p14:cNvContentPartPr/>
                <p14:nvPr/>
              </p14:nvContentPartPr>
              <p14:xfrm>
                <a:off x="13113704" y="1727199"/>
                <a:ext cx="214560" cy="24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D3411EE-2063-5FDB-86CC-35B4ED69D10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104704" y="1718199"/>
                  <a:ext cx="232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A5E5852-6D44-8A54-6577-35D41802640A}"/>
                    </a:ext>
                  </a:extLst>
                </p14:cNvPr>
                <p14:cNvContentPartPr/>
                <p14:nvPr/>
              </p14:nvContentPartPr>
              <p14:xfrm>
                <a:off x="13479104" y="1736559"/>
                <a:ext cx="170640" cy="286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A5E5852-6D44-8A54-6577-35D41802640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3470104" y="1727559"/>
                  <a:ext cx="188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A19E152-548B-E4F9-14FD-12024967EE1D}"/>
                    </a:ext>
                  </a:extLst>
                </p14:cNvPr>
                <p14:cNvContentPartPr/>
                <p14:nvPr/>
              </p14:nvContentPartPr>
              <p14:xfrm>
                <a:off x="3605322" y="1273070"/>
                <a:ext cx="8613000" cy="1279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A19E152-548B-E4F9-14FD-12024967EE1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87323" y="1255070"/>
                  <a:ext cx="8648639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C4D1D75-8EE1-6212-F066-177D469EE485}"/>
                    </a:ext>
                  </a:extLst>
                </p14:cNvPr>
                <p14:cNvContentPartPr/>
                <p14:nvPr/>
              </p14:nvContentPartPr>
              <p14:xfrm>
                <a:off x="11641242" y="1095950"/>
                <a:ext cx="28440" cy="24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C4D1D75-8EE1-6212-F066-177D469EE48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623467" y="1077950"/>
                  <a:ext cx="63635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2CF3FD-E2E3-D641-C778-CED5879AF388}"/>
                    </a:ext>
                  </a:extLst>
                </p14:cNvPr>
                <p14:cNvContentPartPr/>
                <p14:nvPr/>
              </p14:nvContentPartPr>
              <p14:xfrm>
                <a:off x="11556642" y="1108910"/>
                <a:ext cx="560520" cy="173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C2CF3FD-E2E3-D641-C778-CED5879AF38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538642" y="1090910"/>
                  <a:ext cx="596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786D89B-A23A-4CE1-0817-AC46D7D9BD77}"/>
                    </a:ext>
                  </a:extLst>
                </p14:cNvPr>
                <p14:cNvContentPartPr/>
                <p14:nvPr/>
              </p14:nvContentPartPr>
              <p14:xfrm>
                <a:off x="11698482" y="1409510"/>
                <a:ext cx="448560" cy="26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786D89B-A23A-4CE1-0817-AC46D7D9BD7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680482" y="1391510"/>
                  <a:ext cx="4842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37792EF-9998-FF19-F347-7CDDA001C857}"/>
                    </a:ext>
                  </a:extLst>
                </p14:cNvPr>
                <p14:cNvContentPartPr/>
                <p14:nvPr/>
              </p14:nvContentPartPr>
              <p14:xfrm>
                <a:off x="11644842" y="1170470"/>
                <a:ext cx="24840" cy="4467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37792EF-9998-FF19-F347-7CDDA001C85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627099" y="1152470"/>
                  <a:ext cx="59971" cy="48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BA031F8-2D06-8EAC-9236-57761730F9F3}"/>
              </a:ext>
            </a:extLst>
          </p:cNvPr>
          <p:cNvGrpSpPr/>
          <p:nvPr/>
        </p:nvGrpSpPr>
        <p:grpSpPr>
          <a:xfrm>
            <a:off x="3828882" y="2040950"/>
            <a:ext cx="7991280" cy="1810440"/>
            <a:chOff x="3828882" y="2040950"/>
            <a:chExt cx="7991280" cy="18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6DF1EB6-91DD-CD5D-BBF4-8121039A7F31}"/>
                    </a:ext>
                  </a:extLst>
                </p14:cNvPr>
                <p14:cNvContentPartPr/>
                <p14:nvPr/>
              </p14:nvContentPartPr>
              <p14:xfrm>
                <a:off x="3828882" y="2236430"/>
                <a:ext cx="7448040" cy="1614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6DF1EB6-91DD-CD5D-BBF4-8121039A7F3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810881" y="2218430"/>
                  <a:ext cx="7483682" cy="16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3F813BF-F4C1-ED78-53A9-A93C5449BC40}"/>
                    </a:ext>
                  </a:extLst>
                </p14:cNvPr>
                <p14:cNvContentPartPr/>
                <p14:nvPr/>
              </p14:nvContentPartPr>
              <p14:xfrm>
                <a:off x="11087202" y="2040950"/>
                <a:ext cx="732960" cy="527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3F813BF-F4C1-ED78-53A9-A93C5449BC4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069193" y="2022950"/>
                  <a:ext cx="768618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94561A5-3221-84DF-B1BC-1C79979C712A}"/>
                    </a:ext>
                  </a:extLst>
                </p14:cNvPr>
                <p14:cNvContentPartPr/>
                <p14:nvPr/>
              </p14:nvContentPartPr>
              <p14:xfrm>
                <a:off x="11125002" y="2085950"/>
                <a:ext cx="204840" cy="509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94561A5-3221-84DF-B1BC-1C79979C712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107002" y="2067950"/>
                  <a:ext cx="240480" cy="54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3265633-AB21-FBD6-4328-C62788D47222}"/>
              </a:ext>
            </a:extLst>
          </p:cNvPr>
          <p:cNvGrpSpPr/>
          <p:nvPr/>
        </p:nvGrpSpPr>
        <p:grpSpPr>
          <a:xfrm>
            <a:off x="4785042" y="2566910"/>
            <a:ext cx="11321280" cy="3587040"/>
            <a:chOff x="4785042" y="2566910"/>
            <a:chExt cx="11321280" cy="358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E33DF84-7579-E10A-1359-D850CC15D57F}"/>
                    </a:ext>
                  </a:extLst>
                </p14:cNvPr>
                <p14:cNvContentPartPr/>
                <p14:nvPr/>
              </p14:nvContentPartPr>
              <p14:xfrm>
                <a:off x="12211268" y="3055204"/>
                <a:ext cx="283320" cy="308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E33DF84-7579-E10A-1359-D850CC15D57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193268" y="3037204"/>
                  <a:ext cx="3189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C5A034E-24D6-04C1-E7BD-44C174142F96}"/>
                    </a:ext>
                  </a:extLst>
                </p14:cNvPr>
                <p14:cNvContentPartPr/>
                <p14:nvPr/>
              </p14:nvContentPartPr>
              <p14:xfrm>
                <a:off x="12526268" y="3098404"/>
                <a:ext cx="183240" cy="274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C5A034E-24D6-04C1-E7BD-44C174142F9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2508268" y="3080380"/>
                  <a:ext cx="218880" cy="310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FBCBAC5-F7FF-F2D8-C1B9-671851AD74AD}"/>
                    </a:ext>
                  </a:extLst>
                </p14:cNvPr>
                <p14:cNvContentPartPr/>
                <p14:nvPr/>
              </p14:nvContentPartPr>
              <p14:xfrm>
                <a:off x="12544628" y="3215044"/>
                <a:ext cx="128880" cy="32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FBCBAC5-F7FF-F2D8-C1B9-671851AD74A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526628" y="3196839"/>
                  <a:ext cx="164520" cy="68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DEC7AF3-1C6C-068A-26DD-5C71B8FC5418}"/>
                    </a:ext>
                  </a:extLst>
                </p14:cNvPr>
                <p14:cNvContentPartPr/>
                <p14:nvPr/>
              </p14:nvContentPartPr>
              <p14:xfrm>
                <a:off x="12748748" y="3050884"/>
                <a:ext cx="267480" cy="346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DEC7AF3-1C6C-068A-26DD-5C71B8FC54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2730748" y="3032884"/>
                  <a:ext cx="3031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335AD62-CA68-C0A1-1E25-D7E33F8AEF8F}"/>
                    </a:ext>
                  </a:extLst>
                </p14:cNvPr>
                <p14:cNvContentPartPr/>
                <p14:nvPr/>
              </p14:nvContentPartPr>
              <p14:xfrm>
                <a:off x="13119548" y="3049804"/>
                <a:ext cx="199080" cy="234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335AD62-CA68-C0A1-1E25-D7E33F8AEF8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101548" y="3031776"/>
                  <a:ext cx="234720" cy="270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CBF119-8658-8419-EA60-DE1ECBDE4654}"/>
                    </a:ext>
                  </a:extLst>
                </p14:cNvPr>
                <p14:cNvContentPartPr/>
                <p14:nvPr/>
              </p14:nvContentPartPr>
              <p14:xfrm>
                <a:off x="13151588" y="3176884"/>
                <a:ext cx="142200" cy="16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CBF119-8658-8419-EA60-DE1ECBDE465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133588" y="3158884"/>
                  <a:ext cx="177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49EA70D-8907-0FD2-2C70-BCDA322EBFF4}"/>
                    </a:ext>
                  </a:extLst>
                </p14:cNvPr>
                <p14:cNvContentPartPr/>
                <p14:nvPr/>
              </p14:nvContentPartPr>
              <p14:xfrm>
                <a:off x="13108748" y="3342124"/>
                <a:ext cx="205560" cy="12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49EA70D-8907-0FD2-2C70-BCDA322EBF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3090748" y="3324638"/>
                  <a:ext cx="241200" cy="468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4417B3E-0CDE-7BCE-5310-A28C647C73AF}"/>
                    </a:ext>
                  </a:extLst>
                </p14:cNvPr>
                <p14:cNvContentPartPr/>
                <p14:nvPr/>
              </p14:nvContentPartPr>
              <p14:xfrm>
                <a:off x="12199028" y="3688804"/>
                <a:ext cx="231840" cy="275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4417B3E-0CDE-7BCE-5310-A28C647C73A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181028" y="3670827"/>
                  <a:ext cx="267480" cy="310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6A50B49-A92A-80E0-A272-02A7D86C8135}"/>
                    </a:ext>
                  </a:extLst>
                </p14:cNvPr>
                <p14:cNvContentPartPr/>
                <p14:nvPr/>
              </p14:nvContentPartPr>
              <p14:xfrm>
                <a:off x="12511148" y="3744604"/>
                <a:ext cx="192600" cy="200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6A50B49-A92A-80E0-A272-02A7D86C813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2493148" y="3726604"/>
                  <a:ext cx="2282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E5ACF70-B5F9-AD34-B876-4B1587A0CBC4}"/>
                    </a:ext>
                  </a:extLst>
                </p14:cNvPr>
                <p14:cNvContentPartPr/>
                <p14:nvPr/>
              </p14:nvContentPartPr>
              <p14:xfrm>
                <a:off x="12530228" y="3850444"/>
                <a:ext cx="142920" cy="11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E5ACF70-B5F9-AD34-B876-4B1587A0CBC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2512273" y="3832444"/>
                  <a:ext cx="17847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B483A5-2048-6E10-F2B5-4F63C4BE01FB}"/>
                    </a:ext>
                  </a:extLst>
                </p14:cNvPr>
                <p14:cNvContentPartPr/>
                <p14:nvPr/>
              </p14:nvContentPartPr>
              <p14:xfrm>
                <a:off x="12492788" y="3943684"/>
                <a:ext cx="245160" cy="61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B483A5-2048-6E10-F2B5-4F63C4BE01F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2474788" y="3925684"/>
                  <a:ext cx="280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53FF9F9-F7EC-5E52-96FB-8475F821E33F}"/>
                    </a:ext>
                  </a:extLst>
                </p14:cNvPr>
                <p14:cNvContentPartPr/>
                <p14:nvPr/>
              </p14:nvContentPartPr>
              <p14:xfrm>
                <a:off x="12821828" y="3694924"/>
                <a:ext cx="161640" cy="249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53FF9F9-F7EC-5E52-96FB-8475F821E33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2803828" y="3676924"/>
                  <a:ext cx="197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41259BA-A536-F97B-EDE6-8FC7E391B632}"/>
                    </a:ext>
                  </a:extLst>
                </p14:cNvPr>
                <p14:cNvContentPartPr/>
                <p14:nvPr/>
              </p14:nvContentPartPr>
              <p14:xfrm>
                <a:off x="13059788" y="3715804"/>
                <a:ext cx="176400" cy="220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41259BA-A536-F97B-EDE6-8FC7E391B63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3041788" y="3697833"/>
                  <a:ext cx="212040" cy="2559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7698B52-0352-D446-DE1A-FE453CEEB2F2}"/>
                    </a:ext>
                  </a:extLst>
                </p14:cNvPr>
                <p14:cNvContentPartPr/>
                <p14:nvPr/>
              </p14:nvContentPartPr>
              <p14:xfrm>
                <a:off x="13064468" y="3850804"/>
                <a:ext cx="145440" cy="7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7698B52-0352-D446-DE1A-FE453CEEB2F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3046468" y="3832804"/>
                  <a:ext cx="181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E6C3579-D860-1065-02F2-F6BC316DA99E}"/>
                    </a:ext>
                  </a:extLst>
                </p14:cNvPr>
                <p14:cNvContentPartPr/>
                <p14:nvPr/>
              </p14:nvContentPartPr>
              <p14:xfrm>
                <a:off x="13028108" y="3964924"/>
                <a:ext cx="190440" cy="24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E6C3579-D860-1065-02F2-F6BC316DA99E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010108" y="3946924"/>
                  <a:ext cx="226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C521366-A2AE-02B4-E404-26529FAC82BC}"/>
                    </a:ext>
                  </a:extLst>
                </p14:cNvPr>
                <p14:cNvContentPartPr/>
                <p14:nvPr/>
              </p14:nvContentPartPr>
              <p14:xfrm>
                <a:off x="13295588" y="3788164"/>
                <a:ext cx="200880" cy="229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C521366-A2AE-02B4-E404-26529FAC82B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277620" y="3770164"/>
                  <a:ext cx="236456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BA9638-1222-9801-B3F9-30442D737E89}"/>
                    </a:ext>
                  </a:extLst>
                </p14:cNvPr>
                <p14:cNvContentPartPr/>
                <p14:nvPr/>
              </p14:nvContentPartPr>
              <p14:xfrm>
                <a:off x="13581428" y="3731284"/>
                <a:ext cx="260640" cy="285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BA9638-1222-9801-B3F9-30442D737E8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563428" y="3713284"/>
                  <a:ext cx="29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43B4E0-C301-5AE6-BBC4-5187BC179EEC}"/>
                    </a:ext>
                  </a:extLst>
                </p14:cNvPr>
                <p14:cNvContentPartPr/>
                <p14:nvPr/>
              </p14:nvContentPartPr>
              <p14:xfrm>
                <a:off x="13912988" y="3711484"/>
                <a:ext cx="259560" cy="323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43B4E0-C301-5AE6-BBC4-5187BC179EE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895013" y="3693484"/>
                  <a:ext cx="295151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238AB1-01DF-2DDE-83B2-8DF4F769B46C}"/>
                    </a:ext>
                  </a:extLst>
                </p14:cNvPr>
                <p14:cNvContentPartPr/>
                <p14:nvPr/>
              </p14:nvContentPartPr>
              <p14:xfrm>
                <a:off x="14186228" y="3642004"/>
                <a:ext cx="294480" cy="378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238AB1-01DF-2DDE-83B2-8DF4F769B46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168228" y="3624004"/>
                  <a:ext cx="3301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BDCDFD-C667-5A2B-A45D-F2723FB12C07}"/>
                    </a:ext>
                  </a:extLst>
                </p14:cNvPr>
                <p14:cNvContentPartPr/>
                <p14:nvPr/>
              </p14:nvContentPartPr>
              <p14:xfrm>
                <a:off x="14560628" y="3664324"/>
                <a:ext cx="191160" cy="259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BDCDFD-C667-5A2B-A45D-F2723FB12C0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4542628" y="3646324"/>
                  <a:ext cx="226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E6BBD3B-0BB5-8BDF-01ED-C94FE8C35C70}"/>
                    </a:ext>
                  </a:extLst>
                </p14:cNvPr>
                <p14:cNvContentPartPr/>
                <p14:nvPr/>
              </p14:nvContentPartPr>
              <p14:xfrm>
                <a:off x="14533628" y="3773404"/>
                <a:ext cx="137880" cy="1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E6BBD3B-0BB5-8BDF-01ED-C94FE8C35C7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4515628" y="3755404"/>
                  <a:ext cx="173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F99DAC-5E67-F5E3-AE09-C33ECC85CDD3}"/>
                    </a:ext>
                  </a:extLst>
                </p14:cNvPr>
                <p14:cNvContentPartPr/>
                <p14:nvPr/>
              </p14:nvContentPartPr>
              <p14:xfrm>
                <a:off x="14472068" y="3952684"/>
                <a:ext cx="278280" cy="60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F99DAC-5E67-F5E3-AE09-C33ECC85CDD3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4454068" y="3934684"/>
                  <a:ext cx="313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E5BAF7E-E15A-C3A7-F3D8-FD836DAD8F73}"/>
                    </a:ext>
                  </a:extLst>
                </p14:cNvPr>
                <p14:cNvContentPartPr/>
                <p14:nvPr/>
              </p14:nvContentPartPr>
              <p14:xfrm>
                <a:off x="14871668" y="3647764"/>
                <a:ext cx="295560" cy="333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E5BAF7E-E15A-C3A7-F3D8-FD836DAD8F7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4853668" y="3629764"/>
                  <a:ext cx="33120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98F3E56-61E9-7C20-AD88-EEC7E5CB6460}"/>
                    </a:ext>
                  </a:extLst>
                </p14:cNvPr>
                <p14:cNvContentPartPr/>
                <p14:nvPr/>
              </p14:nvContentPartPr>
              <p14:xfrm>
                <a:off x="15332828" y="3689524"/>
                <a:ext cx="56880" cy="234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98F3E56-61E9-7C20-AD88-EEC7E5CB646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314828" y="3671524"/>
                  <a:ext cx="92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A2666E1-05C1-D751-64F3-B3CEF7515F88}"/>
                    </a:ext>
                  </a:extLst>
                </p14:cNvPr>
                <p14:cNvContentPartPr/>
                <p14:nvPr/>
              </p14:nvContentPartPr>
              <p14:xfrm>
                <a:off x="15269828" y="3656044"/>
                <a:ext cx="234000" cy="63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A2666E1-05C1-D751-64F3-B3CEF7515F8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5251828" y="3638044"/>
                  <a:ext cx="26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8E56717-485D-4DBC-BDB8-C1FDD312D9AC}"/>
                    </a:ext>
                  </a:extLst>
                </p14:cNvPr>
                <p14:cNvContentPartPr/>
                <p14:nvPr/>
              </p14:nvContentPartPr>
              <p14:xfrm>
                <a:off x="12105068" y="3501964"/>
                <a:ext cx="993240" cy="49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8E56717-485D-4DBC-BDB8-C1FDD312D9A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2087075" y="3483832"/>
                  <a:ext cx="1028867" cy="85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2559FF6-498F-CCB5-B08E-B6E4AC2FB38A}"/>
                    </a:ext>
                  </a:extLst>
                </p14:cNvPr>
                <p14:cNvContentPartPr/>
                <p14:nvPr/>
              </p14:nvContentPartPr>
              <p14:xfrm>
                <a:off x="12223868" y="4041964"/>
                <a:ext cx="3243960" cy="179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2559FF6-498F-CCB5-B08E-B6E4AC2FB38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2205868" y="4023964"/>
                  <a:ext cx="3279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F6D81B-949B-273F-57CD-AF94385E7055}"/>
                    </a:ext>
                  </a:extLst>
                </p14:cNvPr>
                <p14:cNvContentPartPr/>
                <p14:nvPr/>
              </p14:nvContentPartPr>
              <p14:xfrm>
                <a:off x="12224228" y="4492684"/>
                <a:ext cx="277200" cy="3697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F6D81B-949B-273F-57CD-AF94385E705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2215228" y="4483684"/>
                  <a:ext cx="29484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D84678D-5E7E-E92E-55D9-282C9669CF95}"/>
                    </a:ext>
                  </a:extLst>
                </p14:cNvPr>
                <p14:cNvContentPartPr/>
                <p14:nvPr/>
              </p14:nvContentPartPr>
              <p14:xfrm>
                <a:off x="12566228" y="4549564"/>
                <a:ext cx="186480" cy="315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D84678D-5E7E-E92E-55D9-282C9669CF9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557211" y="4540564"/>
                  <a:ext cx="204154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F25EF27-2191-765B-02A2-1566B563FF6B}"/>
                    </a:ext>
                  </a:extLst>
                </p14:cNvPr>
                <p14:cNvContentPartPr/>
                <p14:nvPr/>
              </p14:nvContentPartPr>
              <p14:xfrm>
                <a:off x="12626348" y="4713004"/>
                <a:ext cx="124920" cy="31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F25EF27-2191-765B-02A2-1566B563FF6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617348" y="4704004"/>
                  <a:ext cx="1425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F7D8792-F442-5516-E285-073F9B0465AA}"/>
                    </a:ext>
                  </a:extLst>
                </p14:cNvPr>
                <p14:cNvContentPartPr/>
                <p14:nvPr/>
              </p14:nvContentPartPr>
              <p14:xfrm>
                <a:off x="12817868" y="4501684"/>
                <a:ext cx="250200" cy="357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F7D8792-F442-5516-E285-073F9B0465A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808855" y="4492684"/>
                  <a:ext cx="267865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C9CC5E5-8624-CF2A-B75C-9760356085A3}"/>
                    </a:ext>
                  </a:extLst>
                </p14:cNvPr>
                <p14:cNvContentPartPr/>
                <p14:nvPr/>
              </p14:nvContentPartPr>
              <p14:xfrm>
                <a:off x="13147628" y="4518964"/>
                <a:ext cx="198000" cy="245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C9CC5E5-8624-CF2A-B75C-9760356085A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138628" y="4509964"/>
                  <a:ext cx="215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D87C6E6-C6AE-DB43-4094-A256ABB76E84}"/>
                    </a:ext>
                  </a:extLst>
                </p14:cNvPr>
                <p14:cNvContentPartPr/>
                <p14:nvPr/>
              </p14:nvContentPartPr>
              <p14:xfrm>
                <a:off x="13152308" y="4653604"/>
                <a:ext cx="135000" cy="12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D87C6E6-C6AE-DB43-4094-A256ABB76E8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3143308" y="4644604"/>
                  <a:ext cx="152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F5423E8-7BF8-A024-F91A-47561ADB72F3}"/>
                    </a:ext>
                  </a:extLst>
                </p14:cNvPr>
                <p14:cNvContentPartPr/>
                <p14:nvPr/>
              </p14:nvContentPartPr>
              <p14:xfrm>
                <a:off x="13137908" y="4797244"/>
                <a:ext cx="209880" cy="25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F5423E8-7BF8-A024-F91A-47561ADB72F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3128908" y="4788244"/>
                  <a:ext cx="227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730595D-1FDA-7073-97AD-ACFBBDBEFFBF}"/>
                    </a:ext>
                  </a:extLst>
                </p14:cNvPr>
                <p14:cNvContentPartPr/>
                <p14:nvPr/>
              </p14:nvContentPartPr>
              <p14:xfrm>
                <a:off x="12041708" y="4987902"/>
                <a:ext cx="222480" cy="328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730595D-1FDA-7073-97AD-ACFBBDBEFFB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2032708" y="4978902"/>
                  <a:ext cx="240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0883DE6-C67A-F8C7-7CFD-119E6C588C93}"/>
                    </a:ext>
                  </a:extLst>
                </p14:cNvPr>
                <p14:cNvContentPartPr/>
                <p14:nvPr/>
              </p14:nvContentPartPr>
              <p14:xfrm>
                <a:off x="12335108" y="4999062"/>
                <a:ext cx="221400" cy="38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0883DE6-C67A-F8C7-7CFD-119E6C588C9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2326108" y="4990062"/>
                  <a:ext cx="2390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4C3C50A-D241-60F6-D77E-21EDA874179A}"/>
                    </a:ext>
                  </a:extLst>
                </p14:cNvPr>
                <p14:cNvContentPartPr/>
                <p14:nvPr/>
              </p14:nvContentPartPr>
              <p14:xfrm>
                <a:off x="12636068" y="5036142"/>
                <a:ext cx="203760" cy="2534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4C3C50A-D241-60F6-D77E-21EDA874179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2627068" y="5027142"/>
                  <a:ext cx="2214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F59A95B-2FEE-5372-55DB-801B343D37B2}"/>
                    </a:ext>
                  </a:extLst>
                </p14:cNvPr>
                <p14:cNvContentPartPr/>
                <p14:nvPr/>
              </p14:nvContentPartPr>
              <p14:xfrm>
                <a:off x="12642188" y="5194542"/>
                <a:ext cx="154080" cy="31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F59A95B-2FEE-5372-55DB-801B343D37B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633188" y="5185437"/>
                  <a:ext cx="171720" cy="49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A00B632-29DA-8F83-2CC2-8ECED6F59B37}"/>
                    </a:ext>
                  </a:extLst>
                </p14:cNvPr>
                <p14:cNvContentPartPr/>
                <p14:nvPr/>
              </p14:nvContentPartPr>
              <p14:xfrm>
                <a:off x="12636788" y="5287782"/>
                <a:ext cx="173160" cy="4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A00B632-29DA-8F83-2CC2-8ECED6F59B3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2627788" y="5278782"/>
                  <a:ext cx="190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9016F1B-5EF3-2E8D-696A-A79F6B0B1B49}"/>
                    </a:ext>
                  </a:extLst>
                </p14:cNvPr>
                <p14:cNvContentPartPr/>
                <p14:nvPr/>
              </p14:nvContentPartPr>
              <p14:xfrm>
                <a:off x="12879788" y="5065662"/>
                <a:ext cx="243360" cy="268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9016F1B-5EF3-2E8D-696A-A79F6B0B1B4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870788" y="5056662"/>
                  <a:ext cx="2610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40B57F7-A594-E27C-615F-F43E60914ED0}"/>
                    </a:ext>
                  </a:extLst>
                </p14:cNvPr>
                <p14:cNvContentPartPr/>
                <p14:nvPr/>
              </p14:nvContentPartPr>
              <p14:xfrm>
                <a:off x="13131788" y="5036142"/>
                <a:ext cx="191880" cy="2898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40B57F7-A594-E27C-615F-F43E60914ED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3122788" y="5027142"/>
                  <a:ext cx="2095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B9F8069-D8F9-E453-9937-8DA54AF76F28}"/>
                    </a:ext>
                  </a:extLst>
                </p14:cNvPr>
                <p14:cNvContentPartPr/>
                <p14:nvPr/>
              </p14:nvContentPartPr>
              <p14:xfrm>
                <a:off x="11742762" y="2711990"/>
                <a:ext cx="104760" cy="295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B9F8069-D8F9-E453-9937-8DA54AF76F2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724762" y="2693990"/>
                  <a:ext cx="140400" cy="29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7246DE4-D1BF-0820-D235-FC7DC458104F}"/>
                    </a:ext>
                  </a:extLst>
                </p14:cNvPr>
                <p14:cNvContentPartPr/>
                <p14:nvPr/>
              </p14:nvContentPartPr>
              <p14:xfrm>
                <a:off x="11789562" y="5563910"/>
                <a:ext cx="4201560" cy="853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7246DE4-D1BF-0820-D235-FC7DC458104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771564" y="5545910"/>
                  <a:ext cx="4237197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C62ED2F-E841-F3BE-A993-69F965970FF7}"/>
                    </a:ext>
                  </a:extLst>
                </p14:cNvPr>
                <p14:cNvContentPartPr/>
                <p14:nvPr/>
              </p14:nvContentPartPr>
              <p14:xfrm>
                <a:off x="12103122" y="2566910"/>
                <a:ext cx="3960360" cy="275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C62ED2F-E841-F3BE-A993-69F965970FF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085122" y="2548910"/>
                  <a:ext cx="39960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E18456-146E-4E77-4CA3-3490D1CF2B11}"/>
                    </a:ext>
                  </a:extLst>
                </p14:cNvPr>
                <p14:cNvContentPartPr/>
                <p14:nvPr/>
              </p14:nvContentPartPr>
              <p14:xfrm>
                <a:off x="15947562" y="2768510"/>
                <a:ext cx="158760" cy="2938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E18456-146E-4E77-4CA3-3490D1CF2B11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5929562" y="2750510"/>
                  <a:ext cx="194400" cy="29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5C11C56-432B-92E4-BC5C-53E517FBE44B}"/>
                    </a:ext>
                  </a:extLst>
                </p14:cNvPr>
                <p14:cNvContentPartPr/>
                <p14:nvPr/>
              </p14:nvContentPartPr>
              <p14:xfrm>
                <a:off x="8365602" y="3987110"/>
                <a:ext cx="3268440" cy="5940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5C11C56-432B-92E4-BC5C-53E517FBE44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347602" y="3969110"/>
                  <a:ext cx="330408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00855F9-F397-9E1C-0B22-AE987AEFF060}"/>
                    </a:ext>
                  </a:extLst>
                </p14:cNvPr>
                <p14:cNvContentPartPr/>
                <p14:nvPr/>
              </p14:nvContentPartPr>
              <p14:xfrm>
                <a:off x="11303922" y="4406150"/>
                <a:ext cx="482040" cy="412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00855F9-F397-9E1C-0B22-AE987AEFF060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85922" y="4388166"/>
                  <a:ext cx="517680" cy="4485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EC7B070-E843-9016-1819-E2F5239060DF}"/>
                    </a:ext>
                  </a:extLst>
                </p14:cNvPr>
                <p14:cNvContentPartPr/>
                <p14:nvPr/>
              </p14:nvContentPartPr>
              <p14:xfrm>
                <a:off x="11256042" y="4481390"/>
                <a:ext cx="159840" cy="2952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EC7B070-E843-9016-1819-E2F5239060D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238042" y="4463390"/>
                  <a:ext cx="1954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D499D8D-9841-9B60-915D-4F63ECA53246}"/>
                    </a:ext>
                  </a:extLst>
                </p14:cNvPr>
                <p14:cNvContentPartPr/>
                <p14:nvPr/>
              </p14:nvContentPartPr>
              <p14:xfrm>
                <a:off x="4785042" y="5113550"/>
                <a:ext cx="5923080" cy="272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D499D8D-9841-9B60-915D-4F63ECA5324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67042" y="5095550"/>
                  <a:ext cx="59587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B13D725-6E15-1B11-D4AE-E2187ADC417E}"/>
                    </a:ext>
                  </a:extLst>
                </p14:cNvPr>
                <p14:cNvContentPartPr/>
                <p14:nvPr/>
              </p14:nvContentPartPr>
              <p14:xfrm>
                <a:off x="10426602" y="5211110"/>
                <a:ext cx="690840" cy="394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B13D725-6E15-1B11-D4AE-E2187ADC417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0408602" y="5193110"/>
                  <a:ext cx="7264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AC67974-F91B-51AF-5EB9-4FB7F0DCF11B}"/>
                    </a:ext>
                  </a:extLst>
                </p14:cNvPr>
                <p14:cNvContentPartPr/>
                <p14:nvPr/>
              </p14:nvContentPartPr>
              <p14:xfrm>
                <a:off x="10475922" y="5186630"/>
                <a:ext cx="287640" cy="373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AC67974-F91B-51AF-5EB9-4FB7F0DCF11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457944" y="5168630"/>
                  <a:ext cx="323235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662E33A-2598-AD09-5605-6D8942D72308}"/>
                    </a:ext>
                  </a:extLst>
                </p14:cNvPr>
                <p14:cNvContentPartPr/>
                <p14:nvPr/>
              </p14:nvContentPartPr>
              <p14:xfrm>
                <a:off x="7186962" y="5826710"/>
                <a:ext cx="4202280" cy="3272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662E33A-2598-AD09-5605-6D8942D72308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168962" y="5808690"/>
                  <a:ext cx="4237920" cy="3629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B949A93-1875-88A4-2FF1-539A90C493CF}"/>
                    </a:ext>
                  </a:extLst>
                </p14:cNvPr>
                <p14:cNvContentPartPr/>
                <p14:nvPr/>
              </p14:nvContentPartPr>
              <p14:xfrm>
                <a:off x="11094762" y="5760470"/>
                <a:ext cx="458280" cy="323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B949A93-1875-88A4-2FF1-539A90C493C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076762" y="5742470"/>
                  <a:ext cx="4939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AC7957B-EA03-2B14-25DC-6A58911C9771}"/>
                    </a:ext>
                  </a:extLst>
                </p14:cNvPr>
                <p14:cNvContentPartPr/>
                <p14:nvPr/>
              </p14:nvContentPartPr>
              <p14:xfrm>
                <a:off x="11059842" y="5828510"/>
                <a:ext cx="71640" cy="2095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AC7957B-EA03-2B14-25DC-6A58911C977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041842" y="5810510"/>
                  <a:ext cx="10728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A0D3D12-AEEF-2855-F8A4-F84293DCFCBB}"/>
              </a:ext>
            </a:extLst>
          </p:cNvPr>
          <p:cNvGrpSpPr/>
          <p:nvPr/>
        </p:nvGrpSpPr>
        <p:grpSpPr>
          <a:xfrm>
            <a:off x="2355402" y="5923910"/>
            <a:ext cx="13502160" cy="4152960"/>
            <a:chOff x="2355402" y="5923910"/>
            <a:chExt cx="13502160" cy="41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C5E126F-A239-977C-6149-C79635324ACF}"/>
                    </a:ext>
                  </a:extLst>
                </p14:cNvPr>
                <p14:cNvContentPartPr/>
                <p14:nvPr/>
              </p14:nvContentPartPr>
              <p14:xfrm>
                <a:off x="12029682" y="6263968"/>
                <a:ext cx="362160" cy="476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C5E126F-A239-977C-6149-C79635324AC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2011700" y="6245968"/>
                  <a:ext cx="397765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79E2DD-BFD0-7A51-57C1-D49541804385}"/>
                    </a:ext>
                  </a:extLst>
                </p14:cNvPr>
                <p14:cNvContentPartPr/>
                <p14:nvPr/>
              </p14:nvContentPartPr>
              <p14:xfrm>
                <a:off x="12457362" y="6315088"/>
                <a:ext cx="245160" cy="337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879E2DD-BFD0-7A51-57C1-D4954180438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2439362" y="6297088"/>
                  <a:ext cx="28080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0B20B50-0AEC-831F-7EAB-A600B46D0255}"/>
                    </a:ext>
                  </a:extLst>
                </p14:cNvPr>
                <p14:cNvContentPartPr/>
                <p14:nvPr/>
              </p14:nvContentPartPr>
              <p14:xfrm>
                <a:off x="12459522" y="6520288"/>
                <a:ext cx="194400" cy="16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0B20B50-0AEC-831F-7EAB-A600B46D025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2441522" y="6502288"/>
                  <a:ext cx="230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04D5EF-4DA3-F07A-CD85-1E52EFAF174F}"/>
                    </a:ext>
                  </a:extLst>
                </p14:cNvPr>
                <p14:cNvContentPartPr/>
                <p14:nvPr/>
              </p14:nvContentPartPr>
              <p14:xfrm>
                <a:off x="12413442" y="6718288"/>
                <a:ext cx="245880" cy="52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04D5EF-4DA3-F07A-CD85-1E52EFAF174F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2395442" y="6700410"/>
                  <a:ext cx="281520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1F66089-BEE1-FB8C-563A-EEA17DB13D00}"/>
                    </a:ext>
                  </a:extLst>
                </p14:cNvPr>
                <p14:cNvContentPartPr/>
                <p14:nvPr/>
              </p14:nvContentPartPr>
              <p14:xfrm>
                <a:off x="12788562" y="6341728"/>
                <a:ext cx="299880" cy="416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1F66089-BEE1-FB8C-563A-EEA17DB13D0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2770562" y="6323744"/>
                  <a:ext cx="335520" cy="452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681472-ABCF-210B-93DC-6B1899D396C3}"/>
                    </a:ext>
                  </a:extLst>
                </p14:cNvPr>
                <p14:cNvContentPartPr/>
                <p14:nvPr/>
              </p14:nvContentPartPr>
              <p14:xfrm>
                <a:off x="12901602" y="6587608"/>
                <a:ext cx="249120" cy="15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681472-ABCF-210B-93DC-6B1899D396C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2883602" y="6569608"/>
                  <a:ext cx="2847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F4D6214-8F3E-BF36-847B-B9A3AC984015}"/>
                    </a:ext>
                  </a:extLst>
                </p14:cNvPr>
                <p14:cNvContentPartPr/>
                <p14:nvPr/>
              </p14:nvContentPartPr>
              <p14:xfrm>
                <a:off x="13250442" y="6326968"/>
                <a:ext cx="328680" cy="391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F4D6214-8F3E-BF36-847B-B9A3AC984015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3232442" y="6308968"/>
                  <a:ext cx="3643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4D9E62F-CF52-6F69-FA38-DB7E3498A92F}"/>
                    </a:ext>
                  </a:extLst>
                </p14:cNvPr>
                <p14:cNvContentPartPr/>
                <p14:nvPr/>
              </p14:nvContentPartPr>
              <p14:xfrm>
                <a:off x="13695762" y="6293128"/>
                <a:ext cx="187560" cy="38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4D9E62F-CF52-6F69-FA38-DB7E3498A92F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3677762" y="6275128"/>
                  <a:ext cx="2232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4C420D1-8FC9-5E24-BC49-C1A3F20EA172}"/>
                    </a:ext>
                  </a:extLst>
                </p14:cNvPr>
                <p14:cNvContentPartPr/>
                <p14:nvPr/>
              </p14:nvContentPartPr>
              <p14:xfrm>
                <a:off x="13923282" y="6331648"/>
                <a:ext cx="294120" cy="345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4C420D1-8FC9-5E24-BC49-C1A3F20EA17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3905282" y="6313648"/>
                  <a:ext cx="32976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E49B5B3-1F3D-50E8-EEDC-E1967F510A60}"/>
                    </a:ext>
                  </a:extLst>
                </p14:cNvPr>
                <p14:cNvContentPartPr/>
                <p14:nvPr/>
              </p14:nvContentPartPr>
              <p14:xfrm>
                <a:off x="11978562" y="7074688"/>
                <a:ext cx="318960" cy="38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E49B5B3-1F3D-50E8-EEDC-E1967F510A6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960562" y="7056688"/>
                  <a:ext cx="3546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70C86EB-C6AE-C64F-BC23-4E6265464369}"/>
                    </a:ext>
                  </a:extLst>
                </p14:cNvPr>
                <p14:cNvContentPartPr/>
                <p14:nvPr/>
              </p14:nvContentPartPr>
              <p14:xfrm>
                <a:off x="12036162" y="7316968"/>
                <a:ext cx="212760" cy="21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70C86EB-C6AE-C64F-BC23-4E626546436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2018162" y="7298968"/>
                  <a:ext cx="248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98730E2-9C74-A674-1C01-22DFCD1BF38F}"/>
                    </a:ext>
                  </a:extLst>
                </p14:cNvPr>
                <p14:cNvContentPartPr/>
                <p14:nvPr/>
              </p14:nvContentPartPr>
              <p14:xfrm>
                <a:off x="12015282" y="7516768"/>
                <a:ext cx="260640" cy="41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98730E2-9C74-A674-1C01-22DFCD1BF38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997257" y="7498925"/>
                  <a:ext cx="296329" cy="763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DC30606-BE66-D2B7-6E4C-14AF0AA5A37B}"/>
                    </a:ext>
                  </a:extLst>
                </p14:cNvPr>
                <p14:cNvContentPartPr/>
                <p14:nvPr/>
              </p14:nvContentPartPr>
              <p14:xfrm>
                <a:off x="12438642" y="7118608"/>
                <a:ext cx="324000" cy="396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DC30606-BE66-D2B7-6E4C-14AF0AA5A37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2420642" y="7100608"/>
                  <a:ext cx="3596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C1F6ED-5984-50E9-CEAC-96679140855D}"/>
                    </a:ext>
                  </a:extLst>
                </p14:cNvPr>
                <p14:cNvContentPartPr/>
                <p14:nvPr/>
              </p14:nvContentPartPr>
              <p14:xfrm>
                <a:off x="12931122" y="7126888"/>
                <a:ext cx="259200" cy="340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C1F6ED-5984-50E9-CEAC-96679140855D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2913122" y="7108869"/>
                  <a:ext cx="294840" cy="3762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B525A7B-49D6-CFD1-6405-EAB2C9CD7F49}"/>
                    </a:ext>
                  </a:extLst>
                </p14:cNvPr>
                <p14:cNvContentPartPr/>
                <p14:nvPr/>
              </p14:nvContentPartPr>
              <p14:xfrm>
                <a:off x="13280322" y="7207528"/>
                <a:ext cx="95040" cy="267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B525A7B-49D6-CFD1-6405-EAB2C9CD7F4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3262254" y="7189528"/>
                  <a:ext cx="130816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45B77C8-453B-F491-62A6-36EDC5DA8CA9}"/>
                    </a:ext>
                  </a:extLst>
                </p14:cNvPr>
                <p14:cNvContentPartPr/>
                <p14:nvPr/>
              </p14:nvContentPartPr>
              <p14:xfrm>
                <a:off x="13408482" y="7131928"/>
                <a:ext cx="388080" cy="410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45B77C8-453B-F491-62A6-36EDC5DA8CA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3390465" y="7113928"/>
                  <a:ext cx="423753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B467CBD-8B43-4626-61F7-CF692BED3887}"/>
                    </a:ext>
                  </a:extLst>
                </p14:cNvPr>
                <p14:cNvContentPartPr/>
                <p14:nvPr/>
              </p14:nvContentPartPr>
              <p14:xfrm>
                <a:off x="14005002" y="7057408"/>
                <a:ext cx="250560" cy="382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B467CBD-8B43-4626-61F7-CF692BED388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3987002" y="7039408"/>
                  <a:ext cx="2862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82CC36D-AB66-BC16-FF19-13E4532310F8}"/>
                    </a:ext>
                  </a:extLst>
                </p14:cNvPr>
                <p14:cNvContentPartPr/>
                <p14:nvPr/>
              </p14:nvContentPartPr>
              <p14:xfrm>
                <a:off x="14005362" y="7269088"/>
                <a:ext cx="222480" cy="31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82CC36D-AB66-BC16-FF19-13E4532310F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3987362" y="7251088"/>
                  <a:ext cx="2581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511B083-F374-3490-54EC-F28DF4A191EC}"/>
                    </a:ext>
                  </a:extLst>
                </p14:cNvPr>
                <p14:cNvContentPartPr/>
                <p14:nvPr/>
              </p14:nvContentPartPr>
              <p14:xfrm>
                <a:off x="14006802" y="7438288"/>
                <a:ext cx="251640" cy="71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511B083-F374-3490-54EC-F28DF4A191E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3988828" y="7420197"/>
                  <a:ext cx="287229" cy="107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151179F-F1C9-CA2C-E748-1A3C9B6FB91B}"/>
                    </a:ext>
                  </a:extLst>
                </p14:cNvPr>
                <p14:cNvContentPartPr/>
                <p14:nvPr/>
              </p14:nvContentPartPr>
              <p14:xfrm>
                <a:off x="12220122" y="6959488"/>
                <a:ext cx="1526400" cy="36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151179F-F1C9-CA2C-E748-1A3C9B6FB91B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2202118" y="6941488"/>
                  <a:ext cx="1562048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A0DD1C0-571F-4E95-E015-E6CBCFAAA706}"/>
                    </a:ext>
                  </a:extLst>
                </p14:cNvPr>
                <p14:cNvContentPartPr/>
                <p14:nvPr/>
              </p14:nvContentPartPr>
              <p14:xfrm>
                <a:off x="12059202" y="7584808"/>
                <a:ext cx="2095920" cy="1486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A0DD1C0-571F-4E95-E015-E6CBCFAAA70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2041202" y="7566808"/>
                  <a:ext cx="2131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65A9BCB-06B3-2D59-ECA2-31CFEE61F66A}"/>
                    </a:ext>
                  </a:extLst>
                </p14:cNvPr>
                <p14:cNvContentPartPr/>
                <p14:nvPr/>
              </p14:nvContentPartPr>
              <p14:xfrm>
                <a:off x="11939682" y="8045608"/>
                <a:ext cx="423720" cy="298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65A9BCB-06B3-2D59-ECA2-31CFEE61F66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930690" y="8036619"/>
                  <a:ext cx="441345" cy="315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35F5311-0AFF-7FD4-2732-EB046D11F727}"/>
                    </a:ext>
                  </a:extLst>
                </p14:cNvPr>
                <p14:cNvContentPartPr/>
                <p14:nvPr/>
              </p14:nvContentPartPr>
              <p14:xfrm>
                <a:off x="12495162" y="8011048"/>
                <a:ext cx="209520" cy="2984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35F5311-0AFF-7FD4-2732-EB046D11F727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2486162" y="8002048"/>
                  <a:ext cx="227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A3BA6CC-F44A-9D38-9C2A-77CB81DECB14}"/>
                    </a:ext>
                  </a:extLst>
                </p14:cNvPr>
                <p14:cNvContentPartPr/>
                <p14:nvPr/>
              </p14:nvContentPartPr>
              <p14:xfrm>
                <a:off x="12466722" y="8250448"/>
                <a:ext cx="165600" cy="7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A3BA6CC-F44A-9D38-9C2A-77CB81DECB1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2457702" y="8241857"/>
                  <a:ext cx="183278" cy="243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D537257-E357-3BD5-6AEF-E3CBC7F177A9}"/>
                    </a:ext>
                  </a:extLst>
                </p14:cNvPr>
                <p14:cNvContentPartPr/>
                <p14:nvPr/>
              </p14:nvContentPartPr>
              <p14:xfrm>
                <a:off x="12489762" y="8321368"/>
                <a:ext cx="321120" cy="52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D537257-E357-3BD5-6AEF-E3CBC7F177A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2480762" y="8312368"/>
                  <a:ext cx="338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078F0A1-9B36-E4F6-303D-E02BB4F70244}"/>
                    </a:ext>
                  </a:extLst>
                </p14:cNvPr>
                <p14:cNvContentPartPr/>
                <p14:nvPr/>
              </p14:nvContentPartPr>
              <p14:xfrm>
                <a:off x="12925362" y="7979008"/>
                <a:ext cx="341640" cy="318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078F0A1-9B36-E4F6-303D-E02BB4F7024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2916362" y="7970008"/>
                  <a:ext cx="3592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F2C3B09-6EF7-7D3D-8756-7E2FA0A97E2C}"/>
                    </a:ext>
                  </a:extLst>
                </p14:cNvPr>
                <p14:cNvContentPartPr/>
                <p14:nvPr/>
              </p14:nvContentPartPr>
              <p14:xfrm>
                <a:off x="13604682" y="8021848"/>
                <a:ext cx="258840" cy="322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F2C3B09-6EF7-7D3D-8756-7E2FA0A97E2C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595682" y="8012848"/>
                  <a:ext cx="2764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86C3EA0-38C0-EAA2-F1EE-9B3AAFB1F94E}"/>
                    </a:ext>
                  </a:extLst>
                </p14:cNvPr>
                <p14:cNvContentPartPr/>
                <p14:nvPr/>
              </p14:nvContentPartPr>
              <p14:xfrm>
                <a:off x="14024442" y="7978648"/>
                <a:ext cx="208080" cy="261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86C3EA0-38C0-EAA2-F1EE-9B3AAFB1F94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4015442" y="7969648"/>
                  <a:ext cx="2257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47CBA91-48E7-0783-F300-7F0B93A58F3D}"/>
                    </a:ext>
                  </a:extLst>
                </p14:cNvPr>
                <p14:cNvContentPartPr/>
                <p14:nvPr/>
              </p14:nvContentPartPr>
              <p14:xfrm>
                <a:off x="14036682" y="8136328"/>
                <a:ext cx="139320" cy="20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47CBA91-48E7-0783-F300-7F0B93A58F3D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4027659" y="8127328"/>
                  <a:ext cx="157006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1281B2-4B1E-3014-01A7-A69A62BC546A}"/>
                    </a:ext>
                  </a:extLst>
                </p14:cNvPr>
                <p14:cNvContentPartPr/>
                <p14:nvPr/>
              </p14:nvContentPartPr>
              <p14:xfrm>
                <a:off x="13994922" y="8267008"/>
                <a:ext cx="223920" cy="55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1281B2-4B1E-3014-01A7-A69A62BC546A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3985908" y="8258008"/>
                  <a:ext cx="241588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8494037-46B0-0388-9DD0-1F616DCC52DE}"/>
                    </a:ext>
                  </a:extLst>
                </p14:cNvPr>
                <p14:cNvContentPartPr/>
                <p14:nvPr/>
              </p14:nvContentPartPr>
              <p14:xfrm>
                <a:off x="14372562" y="7958128"/>
                <a:ext cx="241200" cy="336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8494037-46B0-0388-9DD0-1F616DCC52D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4363562" y="7949128"/>
                  <a:ext cx="2588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3B68D25-23EE-A6EF-1B33-6FBC23E1765B}"/>
                    </a:ext>
                  </a:extLst>
                </p14:cNvPr>
                <p14:cNvContentPartPr/>
                <p14:nvPr/>
              </p14:nvContentPartPr>
              <p14:xfrm>
                <a:off x="14442042" y="8134528"/>
                <a:ext cx="183240" cy="22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3B68D25-23EE-A6EF-1B33-6FBC23E1765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4433042" y="8125528"/>
                  <a:ext cx="200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5C7344B-351A-A85D-3B67-CC80F9764C4E}"/>
                    </a:ext>
                  </a:extLst>
                </p14:cNvPr>
                <p14:cNvContentPartPr/>
                <p14:nvPr/>
              </p14:nvContentPartPr>
              <p14:xfrm>
                <a:off x="14704842" y="7963528"/>
                <a:ext cx="389880" cy="342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5C7344B-351A-A85D-3B67-CC80F9764C4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4695842" y="7954528"/>
                  <a:ext cx="40752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334D8B-0EB4-A4B6-B325-B7F9629CA16E}"/>
                    </a:ext>
                  </a:extLst>
                </p14:cNvPr>
                <p14:cNvContentPartPr/>
                <p14:nvPr/>
              </p14:nvContentPartPr>
              <p14:xfrm>
                <a:off x="15043962" y="7897648"/>
                <a:ext cx="314280" cy="361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334D8B-0EB4-A4B6-B325-B7F9629CA16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5034962" y="7888648"/>
                  <a:ext cx="3319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EE996E-24DC-58EA-A89B-EA97826B7E20}"/>
                    </a:ext>
                  </a:extLst>
                </p14:cNvPr>
                <p14:cNvContentPartPr/>
                <p14:nvPr/>
              </p14:nvContentPartPr>
              <p14:xfrm>
                <a:off x="15344562" y="7961368"/>
                <a:ext cx="291600" cy="35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EE996E-24DC-58EA-A89B-EA97826B7E20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5335562" y="7952368"/>
                  <a:ext cx="3092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4098748-277E-FD39-4035-39E35747F254}"/>
                    </a:ext>
                  </a:extLst>
                </p14:cNvPr>
                <p14:cNvContentPartPr/>
                <p14:nvPr/>
              </p14:nvContentPartPr>
              <p14:xfrm>
                <a:off x="11880642" y="8655230"/>
                <a:ext cx="346680" cy="410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4098748-277E-FD39-4035-39E35747F254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1871642" y="8646230"/>
                  <a:ext cx="3643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7BB4839-28A6-31A2-D5F4-4C9DA1BE62F8}"/>
                    </a:ext>
                  </a:extLst>
                </p14:cNvPr>
                <p14:cNvContentPartPr/>
                <p14:nvPr/>
              </p14:nvContentPartPr>
              <p14:xfrm>
                <a:off x="12361242" y="8635790"/>
                <a:ext cx="219960" cy="352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7BB4839-28A6-31A2-D5F4-4C9DA1BE62F8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2352242" y="8626799"/>
                  <a:ext cx="237600" cy="369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BF0A8D3-CABB-011B-7031-16C7321B23E5}"/>
                    </a:ext>
                  </a:extLst>
                </p14:cNvPr>
                <p14:cNvContentPartPr/>
                <p14:nvPr/>
              </p14:nvContentPartPr>
              <p14:xfrm>
                <a:off x="12352242" y="8829110"/>
                <a:ext cx="184680" cy="37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BF0A8D3-CABB-011B-7031-16C7321B23E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2343242" y="8820195"/>
                  <a:ext cx="202320" cy="552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6E19FC1-84CD-997D-39D1-38A480F5D419}"/>
                    </a:ext>
                  </a:extLst>
                </p14:cNvPr>
                <p14:cNvContentPartPr/>
                <p14:nvPr/>
              </p14:nvContentPartPr>
              <p14:xfrm>
                <a:off x="12322002" y="8964830"/>
                <a:ext cx="378360" cy="84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6E19FC1-84CD-997D-39D1-38A480F5D41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2313002" y="8955791"/>
                  <a:ext cx="396000" cy="1019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9DC9AD8-E5E2-381B-7633-95078A48F2D7}"/>
                    </a:ext>
                  </a:extLst>
                </p14:cNvPr>
                <p14:cNvContentPartPr/>
                <p14:nvPr/>
              </p14:nvContentPartPr>
              <p14:xfrm>
                <a:off x="12748962" y="8655230"/>
                <a:ext cx="280080" cy="369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9DC9AD8-E5E2-381B-7633-95078A48F2D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2739962" y="8646230"/>
                  <a:ext cx="2977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A8A2420-2D4C-CFA3-4560-32037CD62E40}"/>
                    </a:ext>
                  </a:extLst>
                </p14:cNvPr>
                <p14:cNvContentPartPr/>
                <p14:nvPr/>
              </p14:nvContentPartPr>
              <p14:xfrm>
                <a:off x="11889282" y="9331310"/>
                <a:ext cx="355320" cy="377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A8A2420-2D4C-CFA3-4560-32037CD62E4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880282" y="9322310"/>
                  <a:ext cx="37296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02E350-BB40-354B-EEC0-4FDE6F1FDE78}"/>
                    </a:ext>
                  </a:extLst>
                </p14:cNvPr>
                <p14:cNvContentPartPr/>
                <p14:nvPr/>
              </p14:nvContentPartPr>
              <p14:xfrm>
                <a:off x="12293202" y="9345710"/>
                <a:ext cx="217080" cy="362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02E350-BB40-354B-EEC0-4FDE6F1FDE7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2284202" y="9336710"/>
                  <a:ext cx="2347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433BC4F-EBD8-F7BF-6279-5AB37DE91DD4}"/>
                    </a:ext>
                  </a:extLst>
                </p14:cNvPr>
                <p14:cNvContentPartPr/>
                <p14:nvPr/>
              </p14:nvContentPartPr>
              <p14:xfrm>
                <a:off x="12555642" y="9400070"/>
                <a:ext cx="233280" cy="298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433BC4F-EBD8-F7BF-6279-5AB37DE91DD4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2546642" y="9391070"/>
                  <a:ext cx="25092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FAA542-0684-8557-09E2-CAD9BDDD3788}"/>
                    </a:ext>
                  </a:extLst>
                </p14:cNvPr>
                <p14:cNvContentPartPr/>
                <p14:nvPr/>
              </p14:nvContentPartPr>
              <p14:xfrm>
                <a:off x="12897282" y="9338150"/>
                <a:ext cx="280440" cy="319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FAA542-0684-8557-09E2-CAD9BDDD378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2888282" y="9329150"/>
                  <a:ext cx="2980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8F5E84E-E5A0-59F7-7176-2B2D09753223}"/>
                    </a:ext>
                  </a:extLst>
                </p14:cNvPr>
                <p14:cNvContentPartPr/>
                <p14:nvPr/>
              </p14:nvContentPartPr>
              <p14:xfrm>
                <a:off x="13224162" y="9311870"/>
                <a:ext cx="227520" cy="357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8F5E84E-E5A0-59F7-7176-2B2D0975322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3215162" y="9302870"/>
                  <a:ext cx="2451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3B07EB40-2B0C-1435-DA5B-3E82890EDAC9}"/>
                    </a:ext>
                  </a:extLst>
                </p14:cNvPr>
                <p14:cNvContentPartPr/>
                <p14:nvPr/>
              </p14:nvContentPartPr>
              <p14:xfrm>
                <a:off x="13515042" y="9305750"/>
                <a:ext cx="181080" cy="256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3B07EB40-2B0C-1435-DA5B-3E82890EDAC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3506042" y="9296763"/>
                  <a:ext cx="198720" cy="2739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63127B4-1454-BB6C-08CE-1EE6E32D0E06}"/>
                    </a:ext>
                  </a:extLst>
                </p14:cNvPr>
                <p14:cNvContentPartPr/>
                <p14:nvPr/>
              </p14:nvContentPartPr>
              <p14:xfrm>
                <a:off x="13535922" y="9447950"/>
                <a:ext cx="180360" cy="460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63127B4-1454-BB6C-08CE-1EE6E32D0E0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3526922" y="9438950"/>
                  <a:ext cx="198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728A8D3-CAAE-D580-E27E-838DEECE14EC}"/>
                    </a:ext>
                  </a:extLst>
                </p14:cNvPr>
                <p14:cNvContentPartPr/>
                <p14:nvPr/>
              </p14:nvContentPartPr>
              <p14:xfrm>
                <a:off x="13544562" y="9572150"/>
                <a:ext cx="213120" cy="60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728A8D3-CAAE-D580-E27E-838DEECE14EC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3535562" y="9563096"/>
                  <a:ext cx="230760" cy="78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94AEF17-B6BD-F97D-6EE9-08636D0C9607}"/>
                    </a:ext>
                  </a:extLst>
                </p14:cNvPr>
                <p14:cNvContentPartPr/>
                <p14:nvPr/>
              </p14:nvContentPartPr>
              <p14:xfrm>
                <a:off x="11410482" y="6012830"/>
                <a:ext cx="280440" cy="40640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94AEF17-B6BD-F97D-6EE9-08636D0C9607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392482" y="5994830"/>
                  <a:ext cx="316080" cy="40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EA6928D-7484-D964-DE29-13378C5E8FC9}"/>
                    </a:ext>
                  </a:extLst>
                </p14:cNvPr>
                <p14:cNvContentPartPr/>
                <p14:nvPr/>
              </p14:nvContentPartPr>
              <p14:xfrm>
                <a:off x="11468802" y="9789950"/>
                <a:ext cx="3713400" cy="102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EA6928D-7484-D964-DE29-13378C5E8FC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1450802" y="9771950"/>
                  <a:ext cx="37490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12DDF97-F8CC-C722-F4CB-7E80CA754A30}"/>
                    </a:ext>
                  </a:extLst>
                </p14:cNvPr>
                <p14:cNvContentPartPr/>
                <p14:nvPr/>
              </p14:nvContentPartPr>
              <p14:xfrm>
                <a:off x="15622122" y="6275990"/>
                <a:ext cx="235440" cy="36097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12DDF97-F8CC-C722-F4CB-7E80CA754A3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5604122" y="6257990"/>
                  <a:ext cx="271080" cy="36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89A1BFA-F776-55CF-5B1B-01E102A5A3FA}"/>
                    </a:ext>
                  </a:extLst>
                </p14:cNvPr>
                <p14:cNvContentPartPr/>
                <p14:nvPr/>
              </p14:nvContentPartPr>
              <p14:xfrm>
                <a:off x="11996562" y="5923910"/>
                <a:ext cx="3857760" cy="172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89A1BFA-F776-55CF-5B1B-01E102A5A3F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978562" y="5905910"/>
                  <a:ext cx="38934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88C51BC-4153-5ECB-64CA-95827D726E08}"/>
                    </a:ext>
                  </a:extLst>
                </p14:cNvPr>
                <p14:cNvContentPartPr/>
                <p14:nvPr/>
              </p14:nvContentPartPr>
              <p14:xfrm>
                <a:off x="9673122" y="6603590"/>
                <a:ext cx="1678680" cy="4928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88C51BC-4153-5ECB-64CA-95827D726E0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655122" y="6585590"/>
                  <a:ext cx="171432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6D99CF-87FB-1AE8-984D-6C4A8278B9CB}"/>
                    </a:ext>
                  </a:extLst>
                </p14:cNvPr>
                <p14:cNvContentPartPr/>
                <p14:nvPr/>
              </p14:nvContentPartPr>
              <p14:xfrm>
                <a:off x="10926282" y="6782510"/>
                <a:ext cx="428400" cy="5220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6D99CF-87FB-1AE8-984D-6C4A8278B9C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908297" y="6764522"/>
                  <a:ext cx="464010" cy="5576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5E609F0-3230-8710-B0FA-0B3DB89A31B3}"/>
                    </a:ext>
                  </a:extLst>
                </p14:cNvPr>
                <p14:cNvContentPartPr/>
                <p14:nvPr/>
              </p14:nvContentPartPr>
              <p14:xfrm>
                <a:off x="10904322" y="6915350"/>
                <a:ext cx="246960" cy="391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5E609F0-3230-8710-B0FA-0B3DB89A31B3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0886322" y="6897350"/>
                  <a:ext cx="28260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143DD4B-F4ED-8353-1DC8-FEB5A054714B}"/>
                    </a:ext>
                  </a:extLst>
                </p14:cNvPr>
                <p14:cNvContentPartPr/>
                <p14:nvPr/>
              </p14:nvContentPartPr>
              <p14:xfrm>
                <a:off x="6599442" y="8426630"/>
                <a:ext cx="4622040" cy="1411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143DD4B-F4ED-8353-1DC8-FEB5A054714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581441" y="8408630"/>
                  <a:ext cx="4657683" cy="14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EAF76A71-8F84-DE84-D83A-3EC2CCCDF946}"/>
                    </a:ext>
                  </a:extLst>
                </p14:cNvPr>
                <p14:cNvContentPartPr/>
                <p14:nvPr/>
              </p14:nvContentPartPr>
              <p14:xfrm>
                <a:off x="10832682" y="8313590"/>
                <a:ext cx="464040" cy="443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EAF76A71-8F84-DE84-D83A-3EC2CCCDF94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814682" y="8295590"/>
                  <a:ext cx="4996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08F301B-A792-7B79-3A35-F972755AB249}"/>
                    </a:ext>
                  </a:extLst>
                </p14:cNvPr>
                <p14:cNvContentPartPr/>
                <p14:nvPr/>
              </p14:nvContentPartPr>
              <p14:xfrm>
                <a:off x="10828002" y="8371190"/>
                <a:ext cx="119520" cy="360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08F301B-A792-7B79-3A35-F972755AB24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810056" y="8353190"/>
                  <a:ext cx="155053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7576FCB-9937-1B42-423F-F1DCB2D1AF03}"/>
                    </a:ext>
                  </a:extLst>
                </p14:cNvPr>
                <p14:cNvContentPartPr/>
                <p14:nvPr/>
              </p14:nvContentPartPr>
              <p14:xfrm>
                <a:off x="2355402" y="7684670"/>
                <a:ext cx="8801280" cy="1515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7576FCB-9937-1B42-423F-F1DCB2D1AF0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2337402" y="7666670"/>
                  <a:ext cx="8836920" cy="15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453DA7E-5D47-7DAA-FCCC-0E60C1916B7F}"/>
                    </a:ext>
                  </a:extLst>
                </p14:cNvPr>
                <p14:cNvContentPartPr/>
                <p14:nvPr/>
              </p14:nvContentPartPr>
              <p14:xfrm>
                <a:off x="10859322" y="7506110"/>
                <a:ext cx="20160" cy="4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453DA7E-5D47-7DAA-FCCC-0E60C1916B7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841322" y="7488110"/>
                  <a:ext cx="55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7301672-AE86-7770-1FF1-8A2314BDA7DD}"/>
                    </a:ext>
                  </a:extLst>
                </p14:cNvPr>
                <p14:cNvContentPartPr/>
                <p14:nvPr/>
              </p14:nvContentPartPr>
              <p14:xfrm>
                <a:off x="10727562" y="7476590"/>
                <a:ext cx="492840" cy="529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7301672-AE86-7770-1FF1-8A2314BDA7D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709549" y="7458578"/>
                  <a:ext cx="528506" cy="564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999F458-D333-5E43-04D2-078ECC80399A}"/>
                    </a:ext>
                  </a:extLst>
                </p14:cNvPr>
                <p14:cNvContentPartPr/>
                <p14:nvPr/>
              </p14:nvContentPartPr>
              <p14:xfrm>
                <a:off x="10659522" y="7558310"/>
                <a:ext cx="68400" cy="356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999F458-D333-5E43-04D2-078ECC80399A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641522" y="7540310"/>
                  <a:ext cx="104040" cy="392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027662A-2C22-3F2F-D644-56D1D3668D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39800" y="10301906"/>
            <a:ext cx="14776678" cy="738664"/>
          </a:xfrm>
        </p:spPr>
        <p:txBody>
          <a:bodyPr/>
          <a:lstStyle/>
          <a:p>
            <a:pPr algn="l"/>
            <a:r>
              <a:rPr lang="it-IT" sz="2400" dirty="0"/>
              <a:t>Filippo Chiarello &amp; Vito Giordano - </a:t>
            </a:r>
            <a:r>
              <a:rPr lang="en-GB" sz="2400" dirty="0"/>
              <a:t>Text Analysis and Large Language Models for Innovation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61732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498;p6">
            <a:extLst>
              <a:ext uri="{FF2B5EF4-FFF2-40B4-BE49-F238E27FC236}">
                <a16:creationId xmlns:a16="http://schemas.microsoft.com/office/drawing/2014/main" id="{43355CDB-F7BD-DAFD-C014-337BA3647B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5586" y="3138147"/>
            <a:ext cx="6352475" cy="52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99;p6">
            <a:extLst>
              <a:ext uri="{FF2B5EF4-FFF2-40B4-BE49-F238E27FC236}">
                <a16:creationId xmlns:a16="http://schemas.microsoft.com/office/drawing/2014/main" id="{2C8C6AE5-C85F-B9E3-B7B2-4EE5A4CF4C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41456" y="3044798"/>
            <a:ext cx="9969158" cy="1535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</a:rPr>
              <a:t>Thanks!</a:t>
            </a:r>
            <a:endParaRPr lang="en-US" dirty="0"/>
          </a:p>
        </p:txBody>
      </p:sp>
      <p:sp>
        <p:nvSpPr>
          <p:cNvPr id="8" name="Google Shape;502;p6">
            <a:extLst>
              <a:ext uri="{FF2B5EF4-FFF2-40B4-BE49-F238E27FC236}">
                <a16:creationId xmlns:a16="http://schemas.microsoft.com/office/drawing/2014/main" id="{663A1781-D516-BC68-3A79-4485533E1C28}"/>
              </a:ext>
            </a:extLst>
          </p:cNvPr>
          <p:cNvSpPr txBox="1"/>
          <p:nvPr/>
        </p:nvSpPr>
        <p:spPr>
          <a:xfrm>
            <a:off x="9654155" y="7064379"/>
            <a:ext cx="9260010" cy="114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1" dirty="0">
                <a:latin typeface="Roboto"/>
                <a:ea typeface="Roboto"/>
                <a:cs typeface="Roboto"/>
                <a:sym typeface="Roboto"/>
              </a:rPr>
              <a:t>Vito Giordano &amp; Filippo Chiarello</a:t>
            </a:r>
            <a:endParaRPr lang="en-US" sz="2500" i="1" dirty="0">
              <a:latin typeface="Roboto"/>
              <a:ea typeface="Roboto"/>
              <a:cs typeface="Roboto"/>
              <a:sym typeface="Roboto"/>
            </a:endParaRPr>
          </a:p>
          <a:p>
            <a:pPr marL="12700" marR="5080" lvl="0" indent="0" algn="l" rtl="0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i="1" dirty="0">
                <a:latin typeface="Roboto"/>
                <a:ea typeface="Roboto"/>
                <a:cs typeface="Roboto"/>
                <a:sym typeface="Roboto"/>
              </a:rPr>
              <a:t>DETAILLs Lab, Pisa</a:t>
            </a:r>
            <a:endParaRPr sz="2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274eb8-38f7-4d05-ab2b-0678fabd15d0">
      <Terms xmlns="http://schemas.microsoft.com/office/infopath/2007/PartnerControls"/>
    </lcf76f155ced4ddcb4097134ff3c332f>
    <TaxCatchAll xmlns="5fec5e57-0d30-4747-aacf-dc35a6cffe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1355AC51F16242AA034622EE4A580E" ma:contentTypeVersion="11" ma:contentTypeDescription="Create a new document." ma:contentTypeScope="" ma:versionID="0f0c8203eb9a852c095027d8b28c8e3c">
  <xsd:schema xmlns:xsd="http://www.w3.org/2001/XMLSchema" xmlns:xs="http://www.w3.org/2001/XMLSchema" xmlns:p="http://schemas.microsoft.com/office/2006/metadata/properties" xmlns:ns2="bf274eb8-38f7-4d05-ab2b-0678fabd15d0" xmlns:ns3="5fec5e57-0d30-4747-aacf-dc35a6cffe26" targetNamespace="http://schemas.microsoft.com/office/2006/metadata/properties" ma:root="true" ma:fieldsID="790b0c78d5cef2842d2a5fd4764dd341" ns2:_="" ns3:_="">
    <xsd:import namespace="bf274eb8-38f7-4d05-ab2b-0678fabd15d0"/>
    <xsd:import namespace="5fec5e57-0d30-4747-aacf-dc35a6cffe26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74eb8-38f7-4d05-ab2b-0678fabd15d0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4916a575-a2c4-47fb-bb3c-b06084ed581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c5e57-0d30-4747-aacf-dc35a6cffe26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6e35525-e45a-476a-b765-fbc124afecf1}" ma:internalName="TaxCatchAll" ma:showField="CatchAllData" ma:web="5fec5e57-0d30-4747-aacf-dc35a6cf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E531DE-00A5-4FF3-9F89-F67D475FEB52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5fec5e57-0d30-4747-aacf-dc35a6cffe26"/>
    <ds:schemaRef ds:uri="bf274eb8-38f7-4d05-ab2b-0678fabd15d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7FB3DE6-AB1A-4B18-9235-05FB09383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274eb8-38f7-4d05-ab2b-0678fabd15d0"/>
    <ds:schemaRef ds:uri="5fec5e57-0d30-4747-aacf-dc35a6cf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74C4F7-18BA-4852-9605-470A45C99A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Office PowerPoint</Application>
  <PresentationFormat>Custom</PresentationFormat>
  <Paragraphs>49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Roboto</vt:lpstr>
      <vt:lpstr>1_Office Theme</vt:lpstr>
      <vt:lpstr>2_Office Theme</vt:lpstr>
      <vt:lpstr>Text Modelling Exercises</vt:lpstr>
      <vt:lpstr>Text Modelling Exercise #1</vt:lpstr>
      <vt:lpstr>Text Modelling Exercise #1</vt:lpstr>
      <vt:lpstr>Text Modelling Exercise #2</vt:lpstr>
      <vt:lpstr>Text Modelling Exercise #2</vt:lpstr>
      <vt:lpstr>Text Modelling Exercise #2</vt:lpstr>
      <vt:lpstr>Text Modelling Exercise #2</vt:lpstr>
      <vt:lpstr>Text Modelling Exercise #2</vt:lpstr>
      <vt:lpstr>Text Modelling Exercise #2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Vito Giordano</cp:lastModifiedBy>
  <cp:revision>55</cp:revision>
  <dcterms:created xsi:type="dcterms:W3CDTF">2024-09-28T16:39:09Z</dcterms:created>
  <dcterms:modified xsi:type="dcterms:W3CDTF">2026-07-29T15:31:29Z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Adobe InDesign 19.3 (Windows)</vt:lpwstr>
  </property>
  <property fmtid="{D5CDD505-2E9C-101B-9397-08002B2CF9AE}" pid="4" name="LastSaved">
    <vt:filetime>2024-09-28T00:00:00Z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0x010100AC1355AC51F16242AA034622EE4A580E</vt:lpwstr>
  </property>
  <property fmtid="{D5CDD505-2E9C-101B-9397-08002B2CF9AE}" pid="7" name="MediaServiceImageTags">
    <vt:lpwstr/>
  </property>
</Properties>
</file>